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handoutMasterIdLst>
    <p:handoutMasterId r:id="rId4"/>
  </p:handoutMasterIdLst>
  <p:sldIdLst>
    <p:sldId id="267" r:id="rId2"/>
  </p:sldIdLst>
  <p:sldSz cx="21383625" cy="30275213"/>
  <p:notesSz cx="6858000" cy="9144000"/>
  <p:defaultTextStyle>
    <a:defPPr>
      <a:defRPr lang="en-US"/>
    </a:defPPr>
    <a:lvl1pPr marL="0" algn="l" defTabSz="2479578" rtl="0" eaLnBrk="1" latinLnBrk="0" hangingPunct="1">
      <a:defRPr sz="4881" kern="1200">
        <a:solidFill>
          <a:schemeClr val="tx1"/>
        </a:solidFill>
        <a:latin typeface="+mn-lt"/>
        <a:ea typeface="+mn-ea"/>
        <a:cs typeface="+mn-cs"/>
      </a:defRPr>
    </a:lvl1pPr>
    <a:lvl2pPr marL="1239789" algn="l" defTabSz="2479578" rtl="0" eaLnBrk="1" latinLnBrk="0" hangingPunct="1">
      <a:defRPr sz="4881" kern="1200">
        <a:solidFill>
          <a:schemeClr val="tx1"/>
        </a:solidFill>
        <a:latin typeface="+mn-lt"/>
        <a:ea typeface="+mn-ea"/>
        <a:cs typeface="+mn-cs"/>
      </a:defRPr>
    </a:lvl2pPr>
    <a:lvl3pPr marL="2479578" algn="l" defTabSz="2479578" rtl="0" eaLnBrk="1" latinLnBrk="0" hangingPunct="1">
      <a:defRPr sz="4881" kern="1200">
        <a:solidFill>
          <a:schemeClr val="tx1"/>
        </a:solidFill>
        <a:latin typeface="+mn-lt"/>
        <a:ea typeface="+mn-ea"/>
        <a:cs typeface="+mn-cs"/>
      </a:defRPr>
    </a:lvl3pPr>
    <a:lvl4pPr marL="3719368" algn="l" defTabSz="2479578" rtl="0" eaLnBrk="1" latinLnBrk="0" hangingPunct="1">
      <a:defRPr sz="4881" kern="1200">
        <a:solidFill>
          <a:schemeClr val="tx1"/>
        </a:solidFill>
        <a:latin typeface="+mn-lt"/>
        <a:ea typeface="+mn-ea"/>
        <a:cs typeface="+mn-cs"/>
      </a:defRPr>
    </a:lvl4pPr>
    <a:lvl5pPr marL="4959157" algn="l" defTabSz="2479578" rtl="0" eaLnBrk="1" latinLnBrk="0" hangingPunct="1">
      <a:defRPr sz="4881" kern="1200">
        <a:solidFill>
          <a:schemeClr val="tx1"/>
        </a:solidFill>
        <a:latin typeface="+mn-lt"/>
        <a:ea typeface="+mn-ea"/>
        <a:cs typeface="+mn-cs"/>
      </a:defRPr>
    </a:lvl5pPr>
    <a:lvl6pPr marL="6198946" algn="l" defTabSz="2479578" rtl="0" eaLnBrk="1" latinLnBrk="0" hangingPunct="1">
      <a:defRPr sz="4881" kern="1200">
        <a:solidFill>
          <a:schemeClr val="tx1"/>
        </a:solidFill>
        <a:latin typeface="+mn-lt"/>
        <a:ea typeface="+mn-ea"/>
        <a:cs typeface="+mn-cs"/>
      </a:defRPr>
    </a:lvl6pPr>
    <a:lvl7pPr marL="7438735" algn="l" defTabSz="2479578" rtl="0" eaLnBrk="1" latinLnBrk="0" hangingPunct="1">
      <a:defRPr sz="4881" kern="1200">
        <a:solidFill>
          <a:schemeClr val="tx1"/>
        </a:solidFill>
        <a:latin typeface="+mn-lt"/>
        <a:ea typeface="+mn-ea"/>
        <a:cs typeface="+mn-cs"/>
      </a:defRPr>
    </a:lvl7pPr>
    <a:lvl8pPr marL="8678525" algn="l" defTabSz="2479578" rtl="0" eaLnBrk="1" latinLnBrk="0" hangingPunct="1">
      <a:defRPr sz="4881" kern="1200">
        <a:solidFill>
          <a:schemeClr val="tx1"/>
        </a:solidFill>
        <a:latin typeface="+mn-lt"/>
        <a:ea typeface="+mn-ea"/>
        <a:cs typeface="+mn-cs"/>
      </a:defRPr>
    </a:lvl8pPr>
    <a:lvl9pPr marL="9918314" algn="l" defTabSz="2479578" rtl="0" eaLnBrk="1" latinLnBrk="0" hangingPunct="1">
      <a:defRPr sz="4881"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aige" initials="P" lastIdx="1" clrIdx="0">
    <p:extLst>
      <p:ext uri="{19B8F6BF-5375-455C-9EA6-DF929625EA0E}">
        <p15:presenceInfo xmlns:p15="http://schemas.microsoft.com/office/powerpoint/2012/main" userId="Paige"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1247A"/>
    <a:srgbClr val="962A8B"/>
    <a:srgbClr val="E62645"/>
    <a:srgbClr val="2BA836"/>
    <a:srgbClr val="D9AC6D"/>
    <a:srgbClr val="EB602B"/>
    <a:srgbClr val="FBB800"/>
    <a:srgbClr val="4085C6"/>
    <a:srgbClr val="00A2C7"/>
    <a:srgbClr val="99949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21" autoAdjust="0"/>
    <p:restoredTop sz="95545" autoAdjust="0"/>
  </p:normalViewPr>
  <p:slideViewPr>
    <p:cSldViewPr showGuides="1">
      <p:cViewPr varScale="1">
        <p:scale>
          <a:sx n="15" d="100"/>
          <a:sy n="15" d="100"/>
        </p:scale>
        <p:origin x="2586" y="132"/>
      </p:cViewPr>
      <p:guideLst/>
    </p:cSldViewPr>
  </p:slideViewPr>
  <p:notesTextViewPr>
    <p:cViewPr>
      <p:scale>
        <a:sx n="1" d="1"/>
        <a:sy n="1" d="1"/>
      </p:scale>
      <p:origin x="0" y="0"/>
    </p:cViewPr>
  </p:notesTextViewPr>
  <p:notesViewPr>
    <p:cSldViewPr showGuides="1">
      <p:cViewPr varScale="1">
        <p:scale>
          <a:sx n="84" d="100"/>
          <a:sy n="84" d="100"/>
        </p:scale>
        <p:origin x="3024" y="9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notesMaster" Target="notesMasters/notesMaster1.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commentAuthors" Target="commentAuthors.xml"/><Relationship Id="rId4" Type="http://schemas.openxmlformats.org/officeDocument/2006/relationships/handoutMaster" Target="handoutMasters/handoutMaster1.xml"/><Relationship Id="rId9"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12A36AD-C140-47B5-A0AA-2808AF1C1C9D}" type="datetimeFigureOut">
              <a:rPr lang="en-AU" smtClean="0"/>
              <a:t>22/01/2025</a:t>
            </a:fld>
            <a:endParaRPr lang="en-AU"/>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AU"/>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6A420D9-E2BA-4BD5-B845-F55DFC0118AC}" type="slidenum">
              <a:rPr lang="en-AU" smtClean="0"/>
              <a:t>‹#›</a:t>
            </a:fld>
            <a:endParaRPr lang="en-AU"/>
          </a:p>
        </p:txBody>
      </p:sp>
    </p:spTree>
    <p:extLst>
      <p:ext uri="{BB962C8B-B14F-4D97-AF65-F5344CB8AC3E}">
        <p14:creationId xmlns:p14="http://schemas.microsoft.com/office/powerpoint/2010/main" val="268497846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763829E-EB69-4A98-9D54-8D6822520B27}" type="datetimeFigureOut">
              <a:rPr lang="en-AU" smtClean="0"/>
              <a:t>22/01/2025</a:t>
            </a:fld>
            <a:endParaRPr lang="en-AU"/>
          </a:p>
        </p:txBody>
      </p:sp>
      <p:sp>
        <p:nvSpPr>
          <p:cNvPr id="4" name="Slide Image Placeholder 3"/>
          <p:cNvSpPr>
            <a:spLocks noGrp="1" noRot="1" noChangeAspect="1"/>
          </p:cNvSpPr>
          <p:nvPr>
            <p:ph type="sldImg" idx="2"/>
          </p:nvPr>
        </p:nvSpPr>
        <p:spPr>
          <a:xfrm>
            <a:off x="2217738" y="685800"/>
            <a:ext cx="2422525" cy="34290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EF05BAA-92F6-4DEA-A832-E4B15A2F525C}" type="slidenum">
              <a:rPr lang="en-AU" smtClean="0"/>
              <a:t>‹#›</a:t>
            </a:fld>
            <a:endParaRPr lang="en-AU"/>
          </a:p>
        </p:txBody>
      </p:sp>
    </p:spTree>
    <p:extLst>
      <p:ext uri="{BB962C8B-B14F-4D97-AF65-F5344CB8AC3E}">
        <p14:creationId xmlns:p14="http://schemas.microsoft.com/office/powerpoint/2010/main" val="2039978527"/>
      </p:ext>
    </p:extLst>
  </p:cSld>
  <p:clrMap bg1="lt1" tx1="dk1" bg2="lt2" tx2="dk2" accent1="accent1" accent2="accent2" accent3="accent3" accent4="accent4" accent5="accent5" accent6="accent6" hlink="hlink" folHlink="folHlink"/>
  <p:notesStyle>
    <a:lvl1pPr marL="0" algn="l" defTabSz="2479578" rtl="0" eaLnBrk="1" latinLnBrk="0" hangingPunct="1">
      <a:defRPr sz="3254" kern="1200">
        <a:solidFill>
          <a:schemeClr val="tx1"/>
        </a:solidFill>
        <a:latin typeface="+mn-lt"/>
        <a:ea typeface="+mn-ea"/>
        <a:cs typeface="+mn-cs"/>
      </a:defRPr>
    </a:lvl1pPr>
    <a:lvl2pPr marL="1239789" algn="l" defTabSz="2479578" rtl="0" eaLnBrk="1" latinLnBrk="0" hangingPunct="1">
      <a:defRPr sz="3254" kern="1200">
        <a:solidFill>
          <a:schemeClr val="tx1"/>
        </a:solidFill>
        <a:latin typeface="+mn-lt"/>
        <a:ea typeface="+mn-ea"/>
        <a:cs typeface="+mn-cs"/>
      </a:defRPr>
    </a:lvl2pPr>
    <a:lvl3pPr marL="2479578" algn="l" defTabSz="2479578" rtl="0" eaLnBrk="1" latinLnBrk="0" hangingPunct="1">
      <a:defRPr sz="3254" kern="1200">
        <a:solidFill>
          <a:schemeClr val="tx1"/>
        </a:solidFill>
        <a:latin typeface="+mn-lt"/>
        <a:ea typeface="+mn-ea"/>
        <a:cs typeface="+mn-cs"/>
      </a:defRPr>
    </a:lvl3pPr>
    <a:lvl4pPr marL="3719368" algn="l" defTabSz="2479578" rtl="0" eaLnBrk="1" latinLnBrk="0" hangingPunct="1">
      <a:defRPr sz="3254" kern="1200">
        <a:solidFill>
          <a:schemeClr val="tx1"/>
        </a:solidFill>
        <a:latin typeface="+mn-lt"/>
        <a:ea typeface="+mn-ea"/>
        <a:cs typeface="+mn-cs"/>
      </a:defRPr>
    </a:lvl4pPr>
    <a:lvl5pPr marL="4959157" algn="l" defTabSz="2479578" rtl="0" eaLnBrk="1" latinLnBrk="0" hangingPunct="1">
      <a:defRPr sz="3254" kern="1200">
        <a:solidFill>
          <a:schemeClr val="tx1"/>
        </a:solidFill>
        <a:latin typeface="+mn-lt"/>
        <a:ea typeface="+mn-ea"/>
        <a:cs typeface="+mn-cs"/>
      </a:defRPr>
    </a:lvl5pPr>
    <a:lvl6pPr marL="6198946" algn="l" defTabSz="2479578" rtl="0" eaLnBrk="1" latinLnBrk="0" hangingPunct="1">
      <a:defRPr sz="3254" kern="1200">
        <a:solidFill>
          <a:schemeClr val="tx1"/>
        </a:solidFill>
        <a:latin typeface="+mn-lt"/>
        <a:ea typeface="+mn-ea"/>
        <a:cs typeface="+mn-cs"/>
      </a:defRPr>
    </a:lvl6pPr>
    <a:lvl7pPr marL="7438735" algn="l" defTabSz="2479578" rtl="0" eaLnBrk="1" latinLnBrk="0" hangingPunct="1">
      <a:defRPr sz="3254" kern="1200">
        <a:solidFill>
          <a:schemeClr val="tx1"/>
        </a:solidFill>
        <a:latin typeface="+mn-lt"/>
        <a:ea typeface="+mn-ea"/>
        <a:cs typeface="+mn-cs"/>
      </a:defRPr>
    </a:lvl7pPr>
    <a:lvl8pPr marL="8678525" algn="l" defTabSz="2479578" rtl="0" eaLnBrk="1" latinLnBrk="0" hangingPunct="1">
      <a:defRPr sz="3254" kern="1200">
        <a:solidFill>
          <a:schemeClr val="tx1"/>
        </a:solidFill>
        <a:latin typeface="+mn-lt"/>
        <a:ea typeface="+mn-ea"/>
        <a:cs typeface="+mn-cs"/>
      </a:defRPr>
    </a:lvl8pPr>
    <a:lvl9pPr marL="9918314" algn="l" defTabSz="2479578" rtl="0" eaLnBrk="1" latinLnBrk="0" hangingPunct="1">
      <a:defRPr sz="3254"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10" name="Content Placeholder 9">
            <a:extLst>
              <a:ext uri="{FF2B5EF4-FFF2-40B4-BE49-F238E27FC236}">
                <a16:creationId xmlns:a16="http://schemas.microsoft.com/office/drawing/2014/main" id="{2DB2C94B-2557-442B-9A14-97C40CD6AB85}"/>
              </a:ext>
            </a:extLst>
          </p:cNvPr>
          <p:cNvSpPr>
            <a:spLocks noGrp="1"/>
          </p:cNvSpPr>
          <p:nvPr>
            <p:ph sz="quarter" idx="10"/>
          </p:nvPr>
        </p:nvSpPr>
        <p:spPr>
          <a:xfrm>
            <a:off x="610692" y="4048125"/>
            <a:ext cx="20161746" cy="23258463"/>
          </a:xfrm>
          <a:prstGeom prst="rect">
            <a:avLst/>
          </a:prstGeom>
        </p:spPr>
        <p:txBody>
          <a:bodyPr>
            <a:normAutofit/>
          </a:bodyPr>
          <a:lstStyle>
            <a:lvl1pPr>
              <a:lnSpc>
                <a:spcPct val="100000"/>
              </a:lnSpc>
              <a:spcBef>
                <a:spcPts val="100"/>
              </a:spcBef>
              <a:defRPr lang="en-US" dirty="0"/>
            </a:lvl1pPr>
            <a:lvl2pPr>
              <a:lnSpc>
                <a:spcPct val="100000"/>
              </a:lnSpc>
              <a:spcBef>
                <a:spcPts val="100"/>
              </a:spcBef>
              <a:defRPr lang="en-US" dirty="0"/>
            </a:lvl2pPr>
            <a:lvl3pPr>
              <a:lnSpc>
                <a:spcPct val="100000"/>
              </a:lnSpc>
              <a:spcBef>
                <a:spcPts val="100"/>
              </a:spcBef>
              <a:defRPr lang="en-US" dirty="0"/>
            </a:lvl3pPr>
            <a:lvl4pPr>
              <a:lnSpc>
                <a:spcPct val="100000"/>
              </a:lnSpc>
              <a:spcBef>
                <a:spcPts val="600"/>
              </a:spcBef>
              <a:defRPr lang="en-US" dirty="0"/>
            </a:lvl4pPr>
            <a:lvl5pPr>
              <a:lnSpc>
                <a:spcPct val="100000"/>
              </a:lnSpc>
              <a:spcBef>
                <a:spcPts val="600"/>
              </a:spcBef>
              <a:defRPr lang="en-US" dirty="0"/>
            </a:lvl5pPr>
            <a:lvl6pPr>
              <a:spcBef>
                <a:spcPts val="600"/>
              </a:spcBef>
              <a:spcAft>
                <a:spcPts val="600"/>
              </a:spcAft>
              <a:defRPr lang="en-US" dirty="0"/>
            </a:lvl6pPr>
            <a:lvl7pPr>
              <a:spcBef>
                <a:spcPts val="600"/>
              </a:spcBef>
              <a:spcAft>
                <a:spcPts val="600"/>
              </a:spcAft>
              <a:defRPr lang="en-US" dirty="0"/>
            </a:lvl7pPr>
            <a:lvl8pPr>
              <a:spcBef>
                <a:spcPts val="600"/>
              </a:spcBef>
              <a:spcAft>
                <a:spcPts val="600"/>
              </a:spcAft>
              <a:defRPr lang="en-US" dirty="0"/>
            </a:lvl8pPr>
            <a:lvl9pPr>
              <a:spcBef>
                <a:spcPts val="600"/>
              </a:spcBef>
              <a:spcAft>
                <a:spcPts val="600"/>
              </a:spcAft>
              <a:defRPr lang="en-US" dirty="0"/>
            </a:lvl9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 level</a:t>
            </a:r>
          </a:p>
          <a:p>
            <a:pPr lvl="8"/>
            <a:r>
              <a:rPr lang="en-US" dirty="0"/>
              <a:t>Ninth level</a:t>
            </a:r>
          </a:p>
        </p:txBody>
      </p:sp>
      <p:sp>
        <p:nvSpPr>
          <p:cNvPr id="18" name="Text Placeholder 15">
            <a:extLst>
              <a:ext uri="{FF2B5EF4-FFF2-40B4-BE49-F238E27FC236}">
                <a16:creationId xmlns:a16="http://schemas.microsoft.com/office/drawing/2014/main" id="{38D4DD99-3B01-4082-8203-F8BD7D3A2F57}"/>
              </a:ext>
            </a:extLst>
          </p:cNvPr>
          <p:cNvSpPr>
            <a:spLocks noGrp="1"/>
          </p:cNvSpPr>
          <p:nvPr>
            <p:ph type="body" sz="quarter" idx="19" hasCustomPrompt="1"/>
          </p:nvPr>
        </p:nvSpPr>
        <p:spPr>
          <a:xfrm>
            <a:off x="610692" y="2699272"/>
            <a:ext cx="20019160" cy="276999"/>
          </a:xfrm>
        </p:spPr>
        <p:txBody>
          <a:bodyPr>
            <a:spAutoFit/>
          </a:bodyPr>
          <a:lstStyle>
            <a:lvl1pPr algn="l" rtl="0">
              <a:lnSpc>
                <a:spcPct val="100000"/>
              </a:lnSpc>
              <a:spcBef>
                <a:spcPts val="300"/>
              </a:spcBef>
              <a:spcAft>
                <a:spcPts val="300"/>
              </a:spcAft>
              <a:defRPr lang="en-US" sz="1800" b="0" i="0" baseline="0" dirty="0">
                <a:solidFill>
                  <a:srgbClr val="999490"/>
                </a:solidFill>
              </a:defRPr>
            </a:lvl1pPr>
          </a:lstStyle>
          <a:p>
            <a:pPr rtl="0"/>
            <a:r>
              <a:rPr lang="en-AU" dirty="0"/>
              <a:t>[References]</a:t>
            </a:r>
            <a:endParaRPr lang="en-US" dirty="0"/>
          </a:p>
        </p:txBody>
      </p:sp>
      <p:sp>
        <p:nvSpPr>
          <p:cNvPr id="27" name="Footer Placeholder 26">
            <a:extLst>
              <a:ext uri="{FF2B5EF4-FFF2-40B4-BE49-F238E27FC236}">
                <a16:creationId xmlns:a16="http://schemas.microsoft.com/office/drawing/2014/main" id="{30DFACA1-739E-41C2-ADCF-3BBD882809BB}"/>
              </a:ext>
            </a:extLst>
          </p:cNvPr>
          <p:cNvSpPr>
            <a:spLocks noGrp="1"/>
          </p:cNvSpPr>
          <p:nvPr>
            <p:ph type="ftr" sz="quarter" idx="21"/>
          </p:nvPr>
        </p:nvSpPr>
        <p:spPr/>
        <p:txBody>
          <a:bodyPr/>
          <a:lstStyle/>
          <a:p>
            <a:r>
              <a:rPr lang="en-AU"/>
              <a:t>CRICOS Provider Number 00025B</a:t>
            </a:r>
            <a:endParaRPr lang="en-AU" dirty="0"/>
          </a:p>
        </p:txBody>
      </p:sp>
      <p:sp>
        <p:nvSpPr>
          <p:cNvPr id="2" name="Title 1">
            <a:extLst>
              <a:ext uri="{FF2B5EF4-FFF2-40B4-BE49-F238E27FC236}">
                <a16:creationId xmlns:a16="http://schemas.microsoft.com/office/drawing/2014/main" id="{E71B3F32-96A2-4679-84A4-F12397FCFF02}"/>
              </a:ext>
            </a:extLst>
          </p:cNvPr>
          <p:cNvSpPr>
            <a:spLocks noGrp="1"/>
          </p:cNvSpPr>
          <p:nvPr>
            <p:ph type="title"/>
          </p:nvPr>
        </p:nvSpPr>
        <p:spPr/>
        <p:txBody>
          <a:bodyPr/>
          <a:lstStyle/>
          <a:p>
            <a:r>
              <a:rPr lang="en-US"/>
              <a:t>Click to edit Master title style</a:t>
            </a:r>
            <a:endParaRPr lang="en-AU"/>
          </a:p>
        </p:txBody>
      </p:sp>
      <p:sp>
        <p:nvSpPr>
          <p:cNvPr id="11" name="Text Placeholder 15">
            <a:extLst>
              <a:ext uri="{FF2B5EF4-FFF2-40B4-BE49-F238E27FC236}">
                <a16:creationId xmlns:a16="http://schemas.microsoft.com/office/drawing/2014/main" id="{A10BA14E-C836-42CB-8468-CD4BE60EA406}"/>
              </a:ext>
            </a:extLst>
          </p:cNvPr>
          <p:cNvSpPr>
            <a:spLocks noGrp="1"/>
          </p:cNvSpPr>
          <p:nvPr>
            <p:ph type="body" sz="quarter" idx="20" hasCustomPrompt="1"/>
          </p:nvPr>
        </p:nvSpPr>
        <p:spPr>
          <a:xfrm>
            <a:off x="610692" y="2104159"/>
            <a:ext cx="20161746" cy="430887"/>
          </a:xfrm>
        </p:spPr>
        <p:txBody>
          <a:bodyPr anchor="t">
            <a:spAutoFit/>
          </a:bodyPr>
          <a:lstStyle>
            <a:lvl1pPr algn="l">
              <a:lnSpc>
                <a:spcPct val="100000"/>
              </a:lnSpc>
              <a:spcBef>
                <a:spcPts val="0"/>
              </a:spcBef>
              <a:spcAft>
                <a:spcPts val="0"/>
              </a:spcAft>
              <a:defRPr sz="2800" b="1">
                <a:solidFill>
                  <a:schemeClr val="tx1"/>
                </a:solidFill>
              </a:defRPr>
            </a:lvl1pPr>
          </a:lstStyle>
          <a:p>
            <a:pPr lvl="0"/>
            <a:r>
              <a:rPr lang="en-AU" dirty="0"/>
              <a:t>[Subtitle]</a:t>
            </a:r>
          </a:p>
        </p:txBody>
      </p:sp>
    </p:spTree>
    <p:extLst>
      <p:ext uri="{BB962C8B-B14F-4D97-AF65-F5344CB8AC3E}">
        <p14:creationId xmlns:p14="http://schemas.microsoft.com/office/powerpoint/2010/main" val="17407593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1 Poster Grey">
    <p:spTree>
      <p:nvGrpSpPr>
        <p:cNvPr id="1" name=""/>
        <p:cNvGrpSpPr/>
        <p:nvPr/>
      </p:nvGrpSpPr>
      <p:grpSpPr>
        <a:xfrm>
          <a:off x="0" y="0"/>
          <a:ext cx="0" cy="0"/>
          <a:chOff x="0" y="0"/>
          <a:chExt cx="0" cy="0"/>
        </a:xfrm>
      </p:grpSpPr>
      <p:sp>
        <p:nvSpPr>
          <p:cNvPr id="32" name="Text Placeholder 3">
            <a:extLst>
              <a:ext uri="{FF2B5EF4-FFF2-40B4-BE49-F238E27FC236}">
                <a16:creationId xmlns:a16="http://schemas.microsoft.com/office/drawing/2014/main" id="{301FA84E-7DF2-4E36-ACA2-E9547243170B}"/>
              </a:ext>
            </a:extLst>
          </p:cNvPr>
          <p:cNvSpPr>
            <a:spLocks noGrp="1"/>
          </p:cNvSpPr>
          <p:nvPr>
            <p:ph type="body" sz="quarter" idx="40" hasCustomPrompt="1"/>
          </p:nvPr>
        </p:nvSpPr>
        <p:spPr>
          <a:xfrm>
            <a:off x="7548520" y="25897817"/>
            <a:ext cx="6299200" cy="1368151"/>
          </a:xfrm>
          <a:noFill/>
        </p:spPr>
        <p:txBody>
          <a:bodyPr lIns="0" tIns="0" rIns="0" bIns="0">
            <a:noAutofit/>
          </a:bodyPr>
          <a:lstStyle>
            <a:lvl1pPr>
              <a:defRPr sz="1700" b="0">
                <a:solidFill>
                  <a:schemeClr val="accent1"/>
                </a:solidFill>
              </a:defRPr>
            </a:lvl1pPr>
            <a:lvl2pPr marL="0" indent="0">
              <a:buNone/>
              <a:defRPr/>
            </a:lvl2pPr>
          </a:lstStyle>
          <a:p>
            <a:pPr lvl="0"/>
            <a:r>
              <a:rPr lang="en-US" dirty="0"/>
              <a:t>Figure 3: [Figure caption]</a:t>
            </a:r>
          </a:p>
        </p:txBody>
      </p:sp>
      <p:sp>
        <p:nvSpPr>
          <p:cNvPr id="30" name="Text Placeholder 3">
            <a:extLst>
              <a:ext uri="{FF2B5EF4-FFF2-40B4-BE49-F238E27FC236}">
                <a16:creationId xmlns:a16="http://schemas.microsoft.com/office/drawing/2014/main" id="{CDDF1199-EC6B-41AC-B99E-F83299E4E43C}"/>
              </a:ext>
            </a:extLst>
          </p:cNvPr>
          <p:cNvSpPr>
            <a:spLocks noGrp="1"/>
          </p:cNvSpPr>
          <p:nvPr>
            <p:ph type="body" sz="quarter" idx="38" hasCustomPrompt="1"/>
          </p:nvPr>
        </p:nvSpPr>
        <p:spPr>
          <a:xfrm>
            <a:off x="611188" y="16266431"/>
            <a:ext cx="6299200" cy="1560513"/>
          </a:xfrm>
          <a:noFill/>
        </p:spPr>
        <p:txBody>
          <a:bodyPr lIns="0" tIns="0" rIns="0" bIns="0">
            <a:noAutofit/>
          </a:bodyPr>
          <a:lstStyle>
            <a:lvl1pPr>
              <a:defRPr sz="1700" b="0">
                <a:solidFill>
                  <a:schemeClr val="accent1"/>
                </a:solidFill>
              </a:defRPr>
            </a:lvl1pPr>
            <a:lvl2pPr marL="0" indent="0">
              <a:buNone/>
              <a:defRPr/>
            </a:lvl2pPr>
          </a:lstStyle>
          <a:p>
            <a:pPr lvl="0"/>
            <a:r>
              <a:rPr lang="en-US" dirty="0"/>
              <a:t>Figure 1: [Figure caption]</a:t>
            </a:r>
          </a:p>
        </p:txBody>
      </p:sp>
      <p:sp>
        <p:nvSpPr>
          <p:cNvPr id="10" name="Content Placeholder 9">
            <a:extLst>
              <a:ext uri="{FF2B5EF4-FFF2-40B4-BE49-F238E27FC236}">
                <a16:creationId xmlns:a16="http://schemas.microsoft.com/office/drawing/2014/main" id="{2DB2C94B-2557-442B-9A14-97C40CD6AB85}"/>
              </a:ext>
            </a:extLst>
          </p:cNvPr>
          <p:cNvSpPr>
            <a:spLocks noGrp="1"/>
          </p:cNvSpPr>
          <p:nvPr>
            <p:ph sz="quarter" idx="10" hasCustomPrompt="1"/>
          </p:nvPr>
        </p:nvSpPr>
        <p:spPr>
          <a:xfrm>
            <a:off x="610692" y="18788222"/>
            <a:ext cx="6300000" cy="8477746"/>
          </a:xfrm>
          <a:prstGeom prst="rect">
            <a:avLst/>
          </a:prstGeom>
          <a:solidFill>
            <a:srgbClr val="EFEDEB"/>
          </a:solidFill>
        </p:spPr>
        <p:txBody>
          <a:bodyPr lIns="270000" tIns="126000" rIns="270000" bIns="126000">
            <a:normAutofit/>
          </a:bodyPr>
          <a:lstStyle>
            <a:lvl1pPr>
              <a:lnSpc>
                <a:spcPct val="100000"/>
              </a:lnSpc>
              <a:spcBef>
                <a:spcPts val="100"/>
              </a:spcBef>
              <a:defRPr lang="en-US" sz="1900" dirty="0"/>
            </a:lvl1pPr>
            <a:lvl2pPr>
              <a:lnSpc>
                <a:spcPct val="100000"/>
              </a:lnSpc>
              <a:spcBef>
                <a:spcPts val="100"/>
              </a:spcBef>
              <a:defRPr lang="en-US" sz="1900" dirty="0"/>
            </a:lvl2pPr>
            <a:lvl3pPr>
              <a:lnSpc>
                <a:spcPct val="100000"/>
              </a:lnSpc>
              <a:spcBef>
                <a:spcPts val="100"/>
              </a:spcBef>
              <a:defRPr lang="en-US" sz="1900" dirty="0"/>
            </a:lvl3pPr>
            <a:lvl4pPr>
              <a:lnSpc>
                <a:spcPct val="100000"/>
              </a:lnSpc>
              <a:spcBef>
                <a:spcPts val="600"/>
              </a:spcBef>
              <a:defRPr lang="en-US" dirty="0"/>
            </a:lvl4pPr>
            <a:lvl5pPr>
              <a:lnSpc>
                <a:spcPct val="100000"/>
              </a:lnSpc>
              <a:spcBef>
                <a:spcPts val="600"/>
              </a:spcBef>
              <a:defRPr lang="en-US" dirty="0"/>
            </a:lvl5pPr>
            <a:lvl6pPr>
              <a:spcBef>
                <a:spcPts val="600"/>
              </a:spcBef>
              <a:spcAft>
                <a:spcPts val="600"/>
              </a:spcAft>
              <a:defRPr lang="en-US" dirty="0"/>
            </a:lvl6pPr>
            <a:lvl7pPr>
              <a:spcBef>
                <a:spcPts val="600"/>
              </a:spcBef>
              <a:spcAft>
                <a:spcPts val="600"/>
              </a:spcAft>
              <a:defRPr lang="en-US" dirty="0"/>
            </a:lvl7pPr>
            <a:lvl8pPr>
              <a:spcBef>
                <a:spcPts val="600"/>
              </a:spcBef>
              <a:spcAft>
                <a:spcPts val="600"/>
              </a:spcAft>
              <a:defRPr lang="en-US" dirty="0"/>
            </a:lvl8pPr>
            <a:lvl9pPr>
              <a:spcBef>
                <a:spcPts val="600"/>
              </a:spcBef>
              <a:spcAft>
                <a:spcPts val="600"/>
              </a:spcAft>
              <a:defRPr lang="en-US" dirty="0"/>
            </a:lvl9pPr>
          </a:lstStyle>
          <a:p>
            <a:pPr lvl="0"/>
            <a:r>
              <a:rPr lang="en-US" dirty="0"/>
              <a:t>[Enter text/content]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
        <p:nvSpPr>
          <p:cNvPr id="18" name="Text Placeholder 15">
            <a:extLst>
              <a:ext uri="{FF2B5EF4-FFF2-40B4-BE49-F238E27FC236}">
                <a16:creationId xmlns:a16="http://schemas.microsoft.com/office/drawing/2014/main" id="{38D4DD99-3B01-4082-8203-F8BD7D3A2F57}"/>
              </a:ext>
            </a:extLst>
          </p:cNvPr>
          <p:cNvSpPr>
            <a:spLocks noGrp="1"/>
          </p:cNvSpPr>
          <p:nvPr>
            <p:ph type="body" sz="quarter" idx="19" hasCustomPrompt="1"/>
          </p:nvPr>
        </p:nvSpPr>
        <p:spPr>
          <a:xfrm>
            <a:off x="610692" y="2699272"/>
            <a:ext cx="20160000" cy="276999"/>
          </a:xfrm>
        </p:spPr>
        <p:txBody>
          <a:bodyPr>
            <a:spAutoFit/>
          </a:bodyPr>
          <a:lstStyle>
            <a:lvl1pPr algn="l" rtl="0">
              <a:lnSpc>
                <a:spcPct val="100000"/>
              </a:lnSpc>
              <a:spcBef>
                <a:spcPts val="300"/>
              </a:spcBef>
              <a:spcAft>
                <a:spcPts val="300"/>
              </a:spcAft>
              <a:defRPr lang="en-US" sz="1800" b="0" i="0" baseline="0" dirty="0">
                <a:solidFill>
                  <a:srgbClr val="999490"/>
                </a:solidFill>
              </a:defRPr>
            </a:lvl1pPr>
          </a:lstStyle>
          <a:p>
            <a:pPr rtl="0"/>
            <a:r>
              <a:rPr lang="en-AU" dirty="0"/>
              <a:t>[References]</a:t>
            </a:r>
            <a:endParaRPr lang="en-US" dirty="0"/>
          </a:p>
        </p:txBody>
      </p:sp>
      <p:sp>
        <p:nvSpPr>
          <p:cNvPr id="2" name="Title 1">
            <a:extLst>
              <a:ext uri="{FF2B5EF4-FFF2-40B4-BE49-F238E27FC236}">
                <a16:creationId xmlns:a16="http://schemas.microsoft.com/office/drawing/2014/main" id="{E71B3F32-96A2-4679-84A4-F12397FCFF02}"/>
              </a:ext>
            </a:extLst>
          </p:cNvPr>
          <p:cNvSpPr>
            <a:spLocks noGrp="1"/>
          </p:cNvSpPr>
          <p:nvPr>
            <p:ph type="title"/>
          </p:nvPr>
        </p:nvSpPr>
        <p:spPr>
          <a:xfrm>
            <a:off x="610692" y="539032"/>
            <a:ext cx="20160000" cy="707886"/>
          </a:xfrm>
        </p:spPr>
        <p:txBody>
          <a:bodyPr/>
          <a:lstStyle/>
          <a:p>
            <a:r>
              <a:rPr lang="en-US"/>
              <a:t>Click to edit Master title style</a:t>
            </a:r>
            <a:endParaRPr lang="en-AU"/>
          </a:p>
        </p:txBody>
      </p:sp>
      <p:sp>
        <p:nvSpPr>
          <p:cNvPr id="11" name="Text Placeholder 15">
            <a:extLst>
              <a:ext uri="{FF2B5EF4-FFF2-40B4-BE49-F238E27FC236}">
                <a16:creationId xmlns:a16="http://schemas.microsoft.com/office/drawing/2014/main" id="{A10BA14E-C836-42CB-8468-CD4BE60EA406}"/>
              </a:ext>
            </a:extLst>
          </p:cNvPr>
          <p:cNvSpPr>
            <a:spLocks noGrp="1"/>
          </p:cNvSpPr>
          <p:nvPr>
            <p:ph type="body" sz="quarter" idx="20" hasCustomPrompt="1"/>
          </p:nvPr>
        </p:nvSpPr>
        <p:spPr>
          <a:xfrm>
            <a:off x="610692" y="2104159"/>
            <a:ext cx="20160000" cy="430887"/>
          </a:xfrm>
        </p:spPr>
        <p:txBody>
          <a:bodyPr anchor="t">
            <a:spAutoFit/>
          </a:bodyPr>
          <a:lstStyle>
            <a:lvl1pPr algn="l">
              <a:lnSpc>
                <a:spcPct val="100000"/>
              </a:lnSpc>
              <a:spcBef>
                <a:spcPts val="0"/>
              </a:spcBef>
              <a:spcAft>
                <a:spcPts val="0"/>
              </a:spcAft>
              <a:defRPr sz="2800" b="1">
                <a:solidFill>
                  <a:schemeClr val="tx1"/>
                </a:solidFill>
              </a:defRPr>
            </a:lvl1pPr>
          </a:lstStyle>
          <a:p>
            <a:pPr lvl="0"/>
            <a:r>
              <a:rPr lang="en-AU" dirty="0"/>
              <a:t>[Subtitle]</a:t>
            </a:r>
          </a:p>
        </p:txBody>
      </p:sp>
      <p:sp>
        <p:nvSpPr>
          <p:cNvPr id="4" name="Text Placeholder 3">
            <a:extLst>
              <a:ext uri="{FF2B5EF4-FFF2-40B4-BE49-F238E27FC236}">
                <a16:creationId xmlns:a16="http://schemas.microsoft.com/office/drawing/2014/main" id="{463BEAD4-D512-4292-B52C-BB5F9C1ACBE8}"/>
              </a:ext>
            </a:extLst>
          </p:cNvPr>
          <p:cNvSpPr>
            <a:spLocks noGrp="1"/>
          </p:cNvSpPr>
          <p:nvPr>
            <p:ph type="body" sz="quarter" idx="22" hasCustomPrompt="1"/>
          </p:nvPr>
        </p:nvSpPr>
        <p:spPr>
          <a:xfrm>
            <a:off x="611188" y="18240375"/>
            <a:ext cx="6299200" cy="547164"/>
          </a:xfrm>
          <a:solidFill>
            <a:srgbClr val="E6E3E0"/>
          </a:solidFill>
        </p:spPr>
        <p:txBody>
          <a:bodyPr lIns="270000" tIns="97200" rIns="270000" bIns="97200">
            <a:spAutoFit/>
          </a:bodyPr>
          <a:lstStyle>
            <a:lvl1pPr>
              <a:defRPr sz="2400" b="1">
                <a:solidFill>
                  <a:schemeClr val="accent1"/>
                </a:solidFill>
              </a:defRPr>
            </a:lvl1pPr>
            <a:lvl2pPr marL="0" indent="0">
              <a:buNone/>
              <a:defRPr/>
            </a:lvl2pPr>
          </a:lstStyle>
          <a:p>
            <a:pPr lvl="0"/>
            <a:r>
              <a:rPr lang="en-US" dirty="0"/>
              <a:t>[Heading text]</a:t>
            </a:r>
          </a:p>
        </p:txBody>
      </p:sp>
      <p:sp>
        <p:nvSpPr>
          <p:cNvPr id="6" name="Picture Placeholder 5">
            <a:extLst>
              <a:ext uri="{FF2B5EF4-FFF2-40B4-BE49-F238E27FC236}">
                <a16:creationId xmlns:a16="http://schemas.microsoft.com/office/drawing/2014/main" id="{9B3572B5-A107-45E1-B8C4-724786A9B934}"/>
              </a:ext>
            </a:extLst>
          </p:cNvPr>
          <p:cNvSpPr>
            <a:spLocks noGrp="1"/>
          </p:cNvSpPr>
          <p:nvPr>
            <p:ph type="pic" sz="quarter" idx="24" hasCustomPrompt="1"/>
          </p:nvPr>
        </p:nvSpPr>
        <p:spPr>
          <a:xfrm>
            <a:off x="7548520" y="4048125"/>
            <a:ext cx="13221676" cy="8527628"/>
          </a:xfrm>
          <a:solidFill>
            <a:srgbClr val="D7D1CC"/>
          </a:solidFill>
        </p:spPr>
        <p:txBody>
          <a:bodyPr anchor="ctr"/>
          <a:lstStyle>
            <a:lvl1pPr algn="ctr">
              <a:lnSpc>
                <a:spcPct val="100000"/>
              </a:lnSpc>
              <a:spcBef>
                <a:spcPts val="0"/>
              </a:spcBef>
              <a:spcAft>
                <a:spcPts val="0"/>
              </a:spcAft>
              <a:defRPr/>
            </a:lvl1pPr>
          </a:lstStyle>
          <a:p>
            <a:r>
              <a:rPr lang="en-AU" dirty="0"/>
              <a:t>Click icon to insert pic</a:t>
            </a:r>
            <a:br>
              <a:rPr lang="en-AU" dirty="0"/>
            </a:br>
            <a:br>
              <a:rPr lang="en-AU" dirty="0"/>
            </a:br>
            <a:br>
              <a:rPr lang="en-AU" dirty="0"/>
            </a:br>
            <a:endParaRPr lang="en-AU" dirty="0"/>
          </a:p>
        </p:txBody>
      </p:sp>
      <p:sp>
        <p:nvSpPr>
          <p:cNvPr id="15" name="Content Placeholder 9">
            <a:extLst>
              <a:ext uri="{FF2B5EF4-FFF2-40B4-BE49-F238E27FC236}">
                <a16:creationId xmlns:a16="http://schemas.microsoft.com/office/drawing/2014/main" id="{917A8D9B-14C2-4EF9-B4A1-2B35C1B458CD}"/>
              </a:ext>
            </a:extLst>
          </p:cNvPr>
          <p:cNvSpPr>
            <a:spLocks noGrp="1"/>
          </p:cNvSpPr>
          <p:nvPr>
            <p:ph sz="quarter" idx="25" hasCustomPrompt="1"/>
          </p:nvPr>
        </p:nvSpPr>
        <p:spPr>
          <a:xfrm>
            <a:off x="610692" y="4631592"/>
            <a:ext cx="6300000" cy="5897502"/>
          </a:xfrm>
          <a:prstGeom prst="rect">
            <a:avLst/>
          </a:prstGeom>
          <a:solidFill>
            <a:srgbClr val="EFEDEB"/>
          </a:solidFill>
        </p:spPr>
        <p:txBody>
          <a:bodyPr lIns="270000" tIns="126000" rIns="270000" bIns="126000">
            <a:normAutofit/>
          </a:bodyPr>
          <a:lstStyle>
            <a:lvl1pPr>
              <a:lnSpc>
                <a:spcPct val="100000"/>
              </a:lnSpc>
              <a:spcBef>
                <a:spcPts val="100"/>
              </a:spcBef>
              <a:defRPr lang="en-US" sz="1900" dirty="0"/>
            </a:lvl1pPr>
            <a:lvl2pPr>
              <a:lnSpc>
                <a:spcPct val="100000"/>
              </a:lnSpc>
              <a:spcBef>
                <a:spcPts val="100"/>
              </a:spcBef>
              <a:defRPr lang="en-US" sz="1900" dirty="0"/>
            </a:lvl2pPr>
            <a:lvl3pPr>
              <a:lnSpc>
                <a:spcPct val="100000"/>
              </a:lnSpc>
              <a:spcBef>
                <a:spcPts val="100"/>
              </a:spcBef>
              <a:defRPr lang="en-US" sz="1900" dirty="0"/>
            </a:lvl3pPr>
            <a:lvl4pPr marL="270000" indent="0">
              <a:lnSpc>
                <a:spcPct val="100000"/>
              </a:lnSpc>
              <a:spcBef>
                <a:spcPts val="600"/>
              </a:spcBef>
              <a:tabLst/>
              <a:defRPr lang="en-US" dirty="0"/>
            </a:lvl4pPr>
            <a:lvl5pPr>
              <a:lnSpc>
                <a:spcPct val="100000"/>
              </a:lnSpc>
              <a:spcBef>
                <a:spcPts val="600"/>
              </a:spcBef>
              <a:defRPr lang="en-US" dirty="0"/>
            </a:lvl5pPr>
            <a:lvl6pPr>
              <a:spcBef>
                <a:spcPts val="600"/>
              </a:spcBef>
              <a:spcAft>
                <a:spcPts val="600"/>
              </a:spcAft>
              <a:defRPr lang="en-US" dirty="0"/>
            </a:lvl6pPr>
            <a:lvl7pPr>
              <a:spcBef>
                <a:spcPts val="600"/>
              </a:spcBef>
              <a:spcAft>
                <a:spcPts val="600"/>
              </a:spcAft>
              <a:defRPr lang="en-US" dirty="0"/>
            </a:lvl7pPr>
            <a:lvl8pPr>
              <a:spcBef>
                <a:spcPts val="600"/>
              </a:spcBef>
              <a:spcAft>
                <a:spcPts val="600"/>
              </a:spcAft>
              <a:defRPr lang="en-US" dirty="0"/>
            </a:lvl8pPr>
            <a:lvl9pPr>
              <a:spcBef>
                <a:spcPts val="600"/>
              </a:spcBef>
              <a:spcAft>
                <a:spcPts val="600"/>
              </a:spcAft>
              <a:defRPr lang="en-US" dirty="0"/>
            </a:lvl9pPr>
          </a:lstStyle>
          <a:p>
            <a:pPr lvl="0"/>
            <a:r>
              <a:rPr lang="en-US" dirty="0"/>
              <a:t>[Enter text/content]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3">
            <a:extLst>
              <a:ext uri="{FF2B5EF4-FFF2-40B4-BE49-F238E27FC236}">
                <a16:creationId xmlns:a16="http://schemas.microsoft.com/office/drawing/2014/main" id="{12C23EDD-933E-499B-A2BA-6FE387C53BF6}"/>
              </a:ext>
            </a:extLst>
          </p:cNvPr>
          <p:cNvSpPr>
            <a:spLocks noGrp="1"/>
          </p:cNvSpPr>
          <p:nvPr>
            <p:ph type="body" sz="quarter" idx="26" hasCustomPrompt="1"/>
          </p:nvPr>
        </p:nvSpPr>
        <p:spPr>
          <a:xfrm>
            <a:off x="611188" y="4083745"/>
            <a:ext cx="6299200" cy="547164"/>
          </a:xfrm>
          <a:solidFill>
            <a:srgbClr val="E6E3E0"/>
          </a:solidFill>
        </p:spPr>
        <p:txBody>
          <a:bodyPr lIns="270000" tIns="97200" rIns="270000" bIns="97200">
            <a:spAutoFit/>
          </a:bodyPr>
          <a:lstStyle>
            <a:lvl1pPr>
              <a:defRPr sz="2400" b="1">
                <a:solidFill>
                  <a:schemeClr val="accent1"/>
                </a:solidFill>
              </a:defRPr>
            </a:lvl1pPr>
            <a:lvl2pPr marL="0" indent="0">
              <a:buNone/>
              <a:defRPr/>
            </a:lvl2pPr>
          </a:lstStyle>
          <a:p>
            <a:pPr lvl="0"/>
            <a:r>
              <a:rPr lang="en-US" dirty="0"/>
              <a:t>[Heading text]</a:t>
            </a:r>
          </a:p>
        </p:txBody>
      </p:sp>
      <p:sp>
        <p:nvSpPr>
          <p:cNvPr id="17" name="Content Placeholder 9">
            <a:extLst>
              <a:ext uri="{FF2B5EF4-FFF2-40B4-BE49-F238E27FC236}">
                <a16:creationId xmlns:a16="http://schemas.microsoft.com/office/drawing/2014/main" id="{3F0996FF-D92C-4EA6-938C-E7F162ABD7E9}"/>
              </a:ext>
            </a:extLst>
          </p:cNvPr>
          <p:cNvSpPr>
            <a:spLocks noGrp="1"/>
          </p:cNvSpPr>
          <p:nvPr>
            <p:ph sz="quarter" idx="27" hasCustomPrompt="1"/>
          </p:nvPr>
        </p:nvSpPr>
        <p:spPr>
          <a:xfrm>
            <a:off x="7548520" y="16266431"/>
            <a:ext cx="6300000" cy="2363295"/>
          </a:xfrm>
          <a:prstGeom prst="rect">
            <a:avLst/>
          </a:prstGeom>
          <a:solidFill>
            <a:srgbClr val="EFEDEB"/>
          </a:solidFill>
        </p:spPr>
        <p:txBody>
          <a:bodyPr lIns="270000" tIns="126000" rIns="270000" bIns="126000">
            <a:normAutofit/>
          </a:bodyPr>
          <a:lstStyle>
            <a:lvl1pPr>
              <a:lnSpc>
                <a:spcPct val="100000"/>
              </a:lnSpc>
              <a:spcBef>
                <a:spcPts val="100"/>
              </a:spcBef>
              <a:defRPr lang="en-US" sz="1900" dirty="0"/>
            </a:lvl1pPr>
            <a:lvl2pPr>
              <a:lnSpc>
                <a:spcPct val="100000"/>
              </a:lnSpc>
              <a:spcBef>
                <a:spcPts val="100"/>
              </a:spcBef>
              <a:defRPr lang="en-US" sz="1900" dirty="0"/>
            </a:lvl2pPr>
            <a:lvl3pPr>
              <a:lnSpc>
                <a:spcPct val="100000"/>
              </a:lnSpc>
              <a:spcBef>
                <a:spcPts val="100"/>
              </a:spcBef>
              <a:defRPr lang="en-US" sz="1900" dirty="0"/>
            </a:lvl3pPr>
            <a:lvl4pPr>
              <a:lnSpc>
                <a:spcPct val="100000"/>
              </a:lnSpc>
              <a:spcBef>
                <a:spcPts val="600"/>
              </a:spcBef>
              <a:defRPr lang="en-US" dirty="0"/>
            </a:lvl4pPr>
            <a:lvl5pPr>
              <a:lnSpc>
                <a:spcPct val="100000"/>
              </a:lnSpc>
              <a:spcBef>
                <a:spcPts val="600"/>
              </a:spcBef>
              <a:defRPr lang="en-US" dirty="0"/>
            </a:lvl5pPr>
            <a:lvl6pPr>
              <a:spcBef>
                <a:spcPts val="600"/>
              </a:spcBef>
              <a:spcAft>
                <a:spcPts val="600"/>
              </a:spcAft>
              <a:defRPr lang="en-US" dirty="0"/>
            </a:lvl6pPr>
            <a:lvl7pPr>
              <a:spcBef>
                <a:spcPts val="600"/>
              </a:spcBef>
              <a:spcAft>
                <a:spcPts val="600"/>
              </a:spcAft>
              <a:defRPr lang="en-US" dirty="0"/>
            </a:lvl7pPr>
            <a:lvl8pPr>
              <a:spcBef>
                <a:spcPts val="600"/>
              </a:spcBef>
              <a:spcAft>
                <a:spcPts val="600"/>
              </a:spcAft>
              <a:defRPr lang="en-US" dirty="0"/>
            </a:lvl8pPr>
            <a:lvl9pPr>
              <a:spcBef>
                <a:spcPts val="600"/>
              </a:spcBef>
              <a:spcAft>
                <a:spcPts val="600"/>
              </a:spcAft>
              <a:defRPr lang="en-US" dirty="0"/>
            </a:lvl9pPr>
          </a:lstStyle>
          <a:p>
            <a:pPr lvl="0"/>
            <a:r>
              <a:rPr lang="en-US" dirty="0"/>
              <a:t>[Enter text/content]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Text Placeholder 3">
            <a:extLst>
              <a:ext uri="{FF2B5EF4-FFF2-40B4-BE49-F238E27FC236}">
                <a16:creationId xmlns:a16="http://schemas.microsoft.com/office/drawing/2014/main" id="{21BA83C2-8E32-4485-BCE0-1DEBBC6A39DF}"/>
              </a:ext>
            </a:extLst>
          </p:cNvPr>
          <p:cNvSpPr>
            <a:spLocks noGrp="1"/>
          </p:cNvSpPr>
          <p:nvPr>
            <p:ph type="body" sz="quarter" idx="28" hasCustomPrompt="1"/>
          </p:nvPr>
        </p:nvSpPr>
        <p:spPr>
          <a:xfrm>
            <a:off x="7548520" y="14547028"/>
            <a:ext cx="6300000" cy="547164"/>
          </a:xfrm>
          <a:solidFill>
            <a:srgbClr val="EFEDEB"/>
          </a:solidFill>
        </p:spPr>
        <p:txBody>
          <a:bodyPr lIns="270000" tIns="97200" rIns="270000" bIns="97200">
            <a:spAutoFit/>
          </a:bodyPr>
          <a:lstStyle>
            <a:lvl1pPr>
              <a:defRPr sz="2400" b="1">
                <a:solidFill>
                  <a:schemeClr val="accent1"/>
                </a:solidFill>
              </a:defRPr>
            </a:lvl1pPr>
            <a:lvl2pPr marL="0" indent="0">
              <a:buNone/>
              <a:defRPr/>
            </a:lvl2pPr>
          </a:lstStyle>
          <a:p>
            <a:pPr lvl="0"/>
            <a:r>
              <a:rPr lang="en-US" dirty="0"/>
              <a:t>[Heading text]</a:t>
            </a:r>
          </a:p>
        </p:txBody>
      </p:sp>
      <p:sp>
        <p:nvSpPr>
          <p:cNvPr id="20" name="Text Placeholder 3">
            <a:extLst>
              <a:ext uri="{FF2B5EF4-FFF2-40B4-BE49-F238E27FC236}">
                <a16:creationId xmlns:a16="http://schemas.microsoft.com/office/drawing/2014/main" id="{68307EC0-D6C4-47F3-A40C-ACED0037F85D}"/>
              </a:ext>
            </a:extLst>
          </p:cNvPr>
          <p:cNvSpPr>
            <a:spLocks noGrp="1"/>
          </p:cNvSpPr>
          <p:nvPr>
            <p:ph type="body" sz="quarter" idx="29" hasCustomPrompt="1"/>
          </p:nvPr>
        </p:nvSpPr>
        <p:spPr>
          <a:xfrm>
            <a:off x="7548520" y="15109140"/>
            <a:ext cx="6300000" cy="1148184"/>
          </a:xfrm>
          <a:gradFill flip="none" rotWithShape="1">
            <a:gsLst>
              <a:gs pos="0">
                <a:schemeClr val="accent1"/>
              </a:gs>
              <a:gs pos="90000">
                <a:srgbClr val="7A2884"/>
              </a:gs>
              <a:gs pos="100000">
                <a:srgbClr val="962A8B"/>
              </a:gs>
            </a:gsLst>
            <a:lin ang="0" scaled="1"/>
            <a:tileRect/>
          </a:gradFill>
        </p:spPr>
        <p:txBody>
          <a:bodyPr lIns="270000" tIns="90000" rIns="270000" bIns="90000" anchor="ctr">
            <a:noAutofit/>
          </a:bodyPr>
          <a:lstStyle>
            <a:lvl1pPr marL="0" indent="0">
              <a:defRPr sz="2800" b="1">
                <a:solidFill>
                  <a:schemeClr val="bg1"/>
                </a:solidFill>
              </a:defRPr>
            </a:lvl1pPr>
            <a:lvl2pPr marL="0" indent="0">
              <a:buNone/>
              <a:defRPr/>
            </a:lvl2pPr>
          </a:lstStyle>
          <a:p>
            <a:pPr lvl="0"/>
            <a:r>
              <a:rPr lang="en-US" dirty="0"/>
              <a:t>[Feature text]</a:t>
            </a:r>
          </a:p>
        </p:txBody>
      </p:sp>
      <p:sp>
        <p:nvSpPr>
          <p:cNvPr id="21" name="Content Placeholder 9">
            <a:extLst>
              <a:ext uri="{FF2B5EF4-FFF2-40B4-BE49-F238E27FC236}">
                <a16:creationId xmlns:a16="http://schemas.microsoft.com/office/drawing/2014/main" id="{5052BB6F-902B-439C-9DB2-8A155C4F673D}"/>
              </a:ext>
            </a:extLst>
          </p:cNvPr>
          <p:cNvSpPr>
            <a:spLocks noGrp="1"/>
          </p:cNvSpPr>
          <p:nvPr>
            <p:ph sz="quarter" idx="30" hasCustomPrompt="1"/>
          </p:nvPr>
        </p:nvSpPr>
        <p:spPr>
          <a:xfrm>
            <a:off x="14472438" y="15695212"/>
            <a:ext cx="6300000" cy="4338938"/>
          </a:xfrm>
          <a:prstGeom prst="rect">
            <a:avLst/>
          </a:prstGeom>
          <a:solidFill>
            <a:srgbClr val="EFEDEB"/>
          </a:solidFill>
        </p:spPr>
        <p:txBody>
          <a:bodyPr lIns="270000" tIns="126000" rIns="270000" bIns="126000">
            <a:normAutofit/>
          </a:bodyPr>
          <a:lstStyle>
            <a:lvl1pPr>
              <a:lnSpc>
                <a:spcPct val="100000"/>
              </a:lnSpc>
              <a:spcBef>
                <a:spcPts val="100"/>
              </a:spcBef>
              <a:defRPr lang="en-US" sz="1900" dirty="0"/>
            </a:lvl1pPr>
            <a:lvl2pPr>
              <a:lnSpc>
                <a:spcPct val="100000"/>
              </a:lnSpc>
              <a:spcBef>
                <a:spcPts val="100"/>
              </a:spcBef>
              <a:defRPr lang="en-US" sz="1900" dirty="0"/>
            </a:lvl2pPr>
            <a:lvl3pPr>
              <a:lnSpc>
                <a:spcPct val="100000"/>
              </a:lnSpc>
              <a:spcBef>
                <a:spcPts val="100"/>
              </a:spcBef>
              <a:defRPr lang="en-US" sz="1900" dirty="0"/>
            </a:lvl3pPr>
            <a:lvl4pPr>
              <a:lnSpc>
                <a:spcPct val="100000"/>
              </a:lnSpc>
              <a:spcBef>
                <a:spcPts val="600"/>
              </a:spcBef>
              <a:defRPr lang="en-US" dirty="0"/>
            </a:lvl4pPr>
            <a:lvl5pPr>
              <a:lnSpc>
                <a:spcPct val="100000"/>
              </a:lnSpc>
              <a:spcBef>
                <a:spcPts val="600"/>
              </a:spcBef>
              <a:defRPr lang="en-US" dirty="0"/>
            </a:lvl5pPr>
            <a:lvl6pPr>
              <a:spcBef>
                <a:spcPts val="600"/>
              </a:spcBef>
              <a:spcAft>
                <a:spcPts val="600"/>
              </a:spcAft>
              <a:defRPr lang="en-US" dirty="0"/>
            </a:lvl6pPr>
            <a:lvl7pPr>
              <a:spcBef>
                <a:spcPts val="600"/>
              </a:spcBef>
              <a:spcAft>
                <a:spcPts val="600"/>
              </a:spcAft>
              <a:defRPr lang="en-US" dirty="0"/>
            </a:lvl7pPr>
            <a:lvl8pPr>
              <a:spcBef>
                <a:spcPts val="600"/>
              </a:spcBef>
              <a:spcAft>
                <a:spcPts val="600"/>
              </a:spcAft>
              <a:defRPr lang="en-US" dirty="0"/>
            </a:lvl8pPr>
            <a:lvl9pPr>
              <a:spcBef>
                <a:spcPts val="600"/>
              </a:spcBef>
              <a:spcAft>
                <a:spcPts val="600"/>
              </a:spcAft>
              <a:defRPr lang="en-US" dirty="0"/>
            </a:lvl9pPr>
          </a:lstStyle>
          <a:p>
            <a:pPr lvl="0"/>
            <a:r>
              <a:rPr lang="en-US" dirty="0"/>
              <a:t>[Enter text/content]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2" name="Text Placeholder 3">
            <a:extLst>
              <a:ext uri="{FF2B5EF4-FFF2-40B4-BE49-F238E27FC236}">
                <a16:creationId xmlns:a16="http://schemas.microsoft.com/office/drawing/2014/main" id="{3C574541-139E-4D0F-822B-366774B5BBE8}"/>
              </a:ext>
            </a:extLst>
          </p:cNvPr>
          <p:cNvSpPr>
            <a:spLocks noGrp="1"/>
          </p:cNvSpPr>
          <p:nvPr>
            <p:ph type="body" sz="quarter" idx="31" hasCustomPrompt="1"/>
          </p:nvPr>
        </p:nvSpPr>
        <p:spPr>
          <a:xfrm>
            <a:off x="14472438" y="14547028"/>
            <a:ext cx="6300000" cy="1148184"/>
          </a:xfrm>
          <a:gradFill flip="none" rotWithShape="1">
            <a:gsLst>
              <a:gs pos="0">
                <a:schemeClr val="accent1"/>
              </a:gs>
              <a:gs pos="90000">
                <a:srgbClr val="7A2884"/>
              </a:gs>
              <a:gs pos="100000">
                <a:srgbClr val="962A8B"/>
              </a:gs>
            </a:gsLst>
            <a:lin ang="0" scaled="1"/>
            <a:tileRect/>
          </a:gradFill>
        </p:spPr>
        <p:txBody>
          <a:bodyPr lIns="270000" tIns="90000" rIns="270000" bIns="90000" anchor="ctr">
            <a:noAutofit/>
          </a:bodyPr>
          <a:lstStyle>
            <a:lvl1pPr>
              <a:defRPr sz="2800" b="1">
                <a:solidFill>
                  <a:schemeClr val="bg1"/>
                </a:solidFill>
              </a:defRPr>
            </a:lvl1pPr>
            <a:lvl2pPr marL="0" indent="0">
              <a:buNone/>
              <a:defRPr/>
            </a:lvl2pPr>
          </a:lstStyle>
          <a:p>
            <a:pPr lvl="0"/>
            <a:r>
              <a:rPr lang="en-US" dirty="0"/>
              <a:t>[Feature text]</a:t>
            </a:r>
          </a:p>
        </p:txBody>
      </p:sp>
      <p:sp>
        <p:nvSpPr>
          <p:cNvPr id="23" name="Picture Placeholder 5">
            <a:extLst>
              <a:ext uri="{FF2B5EF4-FFF2-40B4-BE49-F238E27FC236}">
                <a16:creationId xmlns:a16="http://schemas.microsoft.com/office/drawing/2014/main" id="{84FBFEDF-8755-4CEB-AA17-B049ED246C14}"/>
              </a:ext>
            </a:extLst>
          </p:cNvPr>
          <p:cNvSpPr>
            <a:spLocks noGrp="1"/>
          </p:cNvSpPr>
          <p:nvPr>
            <p:ph type="pic" sz="quarter" idx="32" hasCustomPrompt="1"/>
          </p:nvPr>
        </p:nvSpPr>
        <p:spPr>
          <a:xfrm>
            <a:off x="610692" y="11038860"/>
            <a:ext cx="6300000" cy="5004000"/>
          </a:xfrm>
          <a:solidFill>
            <a:srgbClr val="D7D1CC"/>
          </a:solidFill>
        </p:spPr>
        <p:txBody>
          <a:bodyPr anchor="ctr"/>
          <a:lstStyle>
            <a:lvl1pPr algn="ctr">
              <a:lnSpc>
                <a:spcPct val="100000"/>
              </a:lnSpc>
              <a:spcBef>
                <a:spcPts val="0"/>
              </a:spcBef>
              <a:spcAft>
                <a:spcPts val="0"/>
              </a:spcAft>
              <a:defRPr/>
            </a:lvl1pPr>
          </a:lstStyle>
          <a:p>
            <a:r>
              <a:rPr lang="en-AU" dirty="0"/>
              <a:t>Click icon to insert pic</a:t>
            </a:r>
            <a:br>
              <a:rPr lang="en-AU" dirty="0"/>
            </a:br>
            <a:br>
              <a:rPr lang="en-AU" dirty="0"/>
            </a:br>
            <a:br>
              <a:rPr lang="en-AU" dirty="0"/>
            </a:br>
            <a:endParaRPr lang="en-AU" dirty="0"/>
          </a:p>
        </p:txBody>
      </p:sp>
      <p:sp>
        <p:nvSpPr>
          <p:cNvPr id="25" name="Picture Placeholder 5">
            <a:extLst>
              <a:ext uri="{FF2B5EF4-FFF2-40B4-BE49-F238E27FC236}">
                <a16:creationId xmlns:a16="http://schemas.microsoft.com/office/drawing/2014/main" id="{0693EAD1-462A-4ECC-9C4A-DDBEE428150D}"/>
              </a:ext>
            </a:extLst>
          </p:cNvPr>
          <p:cNvSpPr>
            <a:spLocks noGrp="1"/>
          </p:cNvSpPr>
          <p:nvPr>
            <p:ph type="pic" sz="quarter" idx="34" hasCustomPrompt="1"/>
          </p:nvPr>
        </p:nvSpPr>
        <p:spPr>
          <a:xfrm>
            <a:off x="7548520" y="19192260"/>
            <a:ext cx="6300000" cy="6458514"/>
          </a:xfrm>
          <a:solidFill>
            <a:srgbClr val="D7D1CC"/>
          </a:solidFill>
        </p:spPr>
        <p:txBody>
          <a:bodyPr anchor="ctr"/>
          <a:lstStyle>
            <a:lvl1pPr algn="ctr">
              <a:lnSpc>
                <a:spcPct val="100000"/>
              </a:lnSpc>
              <a:spcBef>
                <a:spcPts val="0"/>
              </a:spcBef>
              <a:spcAft>
                <a:spcPts val="0"/>
              </a:spcAft>
              <a:defRPr/>
            </a:lvl1pPr>
          </a:lstStyle>
          <a:p>
            <a:r>
              <a:rPr lang="en-AU" dirty="0"/>
              <a:t>Click icon to insert pic</a:t>
            </a:r>
            <a:br>
              <a:rPr lang="en-AU" dirty="0"/>
            </a:br>
            <a:br>
              <a:rPr lang="en-AU" dirty="0"/>
            </a:br>
            <a:br>
              <a:rPr lang="en-AU" dirty="0"/>
            </a:br>
            <a:endParaRPr lang="en-AU" dirty="0"/>
          </a:p>
        </p:txBody>
      </p:sp>
      <p:sp>
        <p:nvSpPr>
          <p:cNvPr id="28" name="Content Placeholder 9">
            <a:extLst>
              <a:ext uri="{FF2B5EF4-FFF2-40B4-BE49-F238E27FC236}">
                <a16:creationId xmlns:a16="http://schemas.microsoft.com/office/drawing/2014/main" id="{07222DC4-ED65-41BA-9AE9-3AB068E3D93C}"/>
              </a:ext>
            </a:extLst>
          </p:cNvPr>
          <p:cNvSpPr>
            <a:spLocks noGrp="1"/>
          </p:cNvSpPr>
          <p:nvPr>
            <p:ph sz="quarter" idx="36" hasCustomPrompt="1"/>
          </p:nvPr>
        </p:nvSpPr>
        <p:spPr>
          <a:xfrm>
            <a:off x="14472438" y="21226621"/>
            <a:ext cx="6300000" cy="6039347"/>
          </a:xfrm>
          <a:prstGeom prst="rect">
            <a:avLst/>
          </a:prstGeom>
          <a:solidFill>
            <a:srgbClr val="EFEDEB"/>
          </a:solidFill>
        </p:spPr>
        <p:txBody>
          <a:bodyPr lIns="270000" tIns="126000" rIns="270000" bIns="126000">
            <a:normAutofit/>
          </a:bodyPr>
          <a:lstStyle>
            <a:lvl1pPr>
              <a:lnSpc>
                <a:spcPct val="100000"/>
              </a:lnSpc>
              <a:spcBef>
                <a:spcPts val="100"/>
              </a:spcBef>
              <a:defRPr lang="en-US" sz="1900" dirty="0"/>
            </a:lvl1pPr>
            <a:lvl2pPr>
              <a:lnSpc>
                <a:spcPct val="100000"/>
              </a:lnSpc>
              <a:spcBef>
                <a:spcPts val="100"/>
              </a:spcBef>
              <a:defRPr lang="en-US" sz="1900" dirty="0"/>
            </a:lvl2pPr>
            <a:lvl3pPr>
              <a:lnSpc>
                <a:spcPct val="100000"/>
              </a:lnSpc>
              <a:spcBef>
                <a:spcPts val="100"/>
              </a:spcBef>
              <a:defRPr lang="en-US" sz="1900" dirty="0"/>
            </a:lvl3pPr>
            <a:lvl4pPr>
              <a:lnSpc>
                <a:spcPct val="100000"/>
              </a:lnSpc>
              <a:spcBef>
                <a:spcPts val="600"/>
              </a:spcBef>
              <a:defRPr lang="en-US" dirty="0"/>
            </a:lvl4pPr>
            <a:lvl5pPr>
              <a:lnSpc>
                <a:spcPct val="100000"/>
              </a:lnSpc>
              <a:spcBef>
                <a:spcPts val="600"/>
              </a:spcBef>
              <a:defRPr lang="en-US" dirty="0"/>
            </a:lvl5pPr>
            <a:lvl6pPr>
              <a:spcBef>
                <a:spcPts val="600"/>
              </a:spcBef>
              <a:spcAft>
                <a:spcPts val="600"/>
              </a:spcAft>
              <a:defRPr lang="en-US" dirty="0"/>
            </a:lvl6pPr>
            <a:lvl7pPr>
              <a:spcBef>
                <a:spcPts val="600"/>
              </a:spcBef>
              <a:spcAft>
                <a:spcPts val="600"/>
              </a:spcAft>
              <a:defRPr lang="en-US" dirty="0"/>
            </a:lvl7pPr>
            <a:lvl8pPr>
              <a:spcBef>
                <a:spcPts val="600"/>
              </a:spcBef>
              <a:spcAft>
                <a:spcPts val="600"/>
              </a:spcAft>
              <a:defRPr lang="en-US" dirty="0"/>
            </a:lvl8pPr>
            <a:lvl9pPr>
              <a:spcBef>
                <a:spcPts val="600"/>
              </a:spcBef>
              <a:spcAft>
                <a:spcPts val="600"/>
              </a:spcAft>
              <a:defRPr lang="en-US" dirty="0"/>
            </a:lvl9pPr>
          </a:lstStyle>
          <a:p>
            <a:pPr lvl="0"/>
            <a:r>
              <a:rPr lang="en-US" dirty="0"/>
              <a:t>[Enter text/content]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
        <p:nvSpPr>
          <p:cNvPr id="29" name="Text Placeholder 3">
            <a:extLst>
              <a:ext uri="{FF2B5EF4-FFF2-40B4-BE49-F238E27FC236}">
                <a16:creationId xmlns:a16="http://schemas.microsoft.com/office/drawing/2014/main" id="{73DB9632-6B58-4B85-BAF1-CD327B3366E1}"/>
              </a:ext>
            </a:extLst>
          </p:cNvPr>
          <p:cNvSpPr>
            <a:spLocks noGrp="1"/>
          </p:cNvSpPr>
          <p:nvPr>
            <p:ph type="body" sz="quarter" idx="37" hasCustomPrompt="1"/>
          </p:nvPr>
        </p:nvSpPr>
        <p:spPr>
          <a:xfrm>
            <a:off x="14472438" y="20678775"/>
            <a:ext cx="6300000" cy="547164"/>
          </a:xfrm>
          <a:solidFill>
            <a:srgbClr val="E6E3E0"/>
          </a:solidFill>
        </p:spPr>
        <p:txBody>
          <a:bodyPr lIns="270000" tIns="97200" rIns="270000" bIns="97200">
            <a:spAutoFit/>
          </a:bodyPr>
          <a:lstStyle>
            <a:lvl1pPr>
              <a:defRPr sz="2400" b="1">
                <a:solidFill>
                  <a:schemeClr val="accent1"/>
                </a:solidFill>
              </a:defRPr>
            </a:lvl1pPr>
            <a:lvl2pPr marL="0" indent="0">
              <a:buNone/>
              <a:defRPr/>
            </a:lvl2pPr>
          </a:lstStyle>
          <a:p>
            <a:pPr lvl="0"/>
            <a:r>
              <a:rPr lang="en-US" dirty="0"/>
              <a:t>[Heading text]</a:t>
            </a:r>
          </a:p>
        </p:txBody>
      </p:sp>
      <p:sp>
        <p:nvSpPr>
          <p:cNvPr id="31" name="Text Placeholder 3">
            <a:extLst>
              <a:ext uri="{FF2B5EF4-FFF2-40B4-BE49-F238E27FC236}">
                <a16:creationId xmlns:a16="http://schemas.microsoft.com/office/drawing/2014/main" id="{14AE396D-A57C-4020-9B70-0FBF18BDC634}"/>
              </a:ext>
            </a:extLst>
          </p:cNvPr>
          <p:cNvSpPr>
            <a:spLocks noGrp="1"/>
          </p:cNvSpPr>
          <p:nvPr>
            <p:ph type="body" sz="quarter" idx="39" hasCustomPrompt="1"/>
          </p:nvPr>
        </p:nvSpPr>
        <p:spPr>
          <a:xfrm>
            <a:off x="7548520" y="12785005"/>
            <a:ext cx="13221676" cy="1560513"/>
          </a:xfrm>
          <a:noFill/>
        </p:spPr>
        <p:txBody>
          <a:bodyPr lIns="0" tIns="0" rIns="0" bIns="0">
            <a:noAutofit/>
          </a:bodyPr>
          <a:lstStyle>
            <a:lvl1pPr>
              <a:defRPr sz="1700" b="0">
                <a:solidFill>
                  <a:schemeClr val="accent1"/>
                </a:solidFill>
              </a:defRPr>
            </a:lvl1pPr>
            <a:lvl2pPr marL="0" indent="0">
              <a:buNone/>
              <a:defRPr/>
            </a:lvl2pPr>
          </a:lstStyle>
          <a:p>
            <a:pPr lvl="0"/>
            <a:r>
              <a:rPr lang="en-US" dirty="0"/>
              <a:t>Figure 2: [Figure caption]</a:t>
            </a:r>
          </a:p>
        </p:txBody>
      </p:sp>
      <p:sp>
        <p:nvSpPr>
          <p:cNvPr id="33" name="Text Placeholder 3">
            <a:extLst>
              <a:ext uri="{FF2B5EF4-FFF2-40B4-BE49-F238E27FC236}">
                <a16:creationId xmlns:a16="http://schemas.microsoft.com/office/drawing/2014/main" id="{9E64CD43-B309-4448-9788-BA1A319BC575}"/>
              </a:ext>
            </a:extLst>
          </p:cNvPr>
          <p:cNvSpPr>
            <a:spLocks noGrp="1"/>
          </p:cNvSpPr>
          <p:nvPr>
            <p:ph type="body" sz="quarter" idx="41" hasCustomPrompt="1"/>
          </p:nvPr>
        </p:nvSpPr>
        <p:spPr>
          <a:xfrm>
            <a:off x="7548520" y="28486644"/>
            <a:ext cx="6299200" cy="1124570"/>
          </a:xfrm>
          <a:noFill/>
        </p:spPr>
        <p:txBody>
          <a:bodyPr lIns="0" tIns="0" rIns="0" bIns="0">
            <a:noAutofit/>
          </a:bodyPr>
          <a:lstStyle>
            <a:lvl1pPr>
              <a:defRPr sz="1700" b="0">
                <a:solidFill>
                  <a:schemeClr val="tx1"/>
                </a:solidFill>
              </a:defRPr>
            </a:lvl1pPr>
            <a:lvl2pPr marL="0" indent="0">
              <a:buNone/>
              <a:defRPr/>
            </a:lvl2pPr>
          </a:lstStyle>
          <a:p>
            <a:pPr lvl="0"/>
            <a:r>
              <a:rPr lang="en-US" dirty="0"/>
              <a:t>[Acknowledgements text]</a:t>
            </a:r>
          </a:p>
        </p:txBody>
      </p:sp>
      <p:pic>
        <p:nvPicPr>
          <p:cNvPr id="9" name="Picture 8" descr="A close up of a sign&#10;&#10;Description automatically generated">
            <a:extLst>
              <a:ext uri="{FF2B5EF4-FFF2-40B4-BE49-F238E27FC236}">
                <a16:creationId xmlns:a16="http://schemas.microsoft.com/office/drawing/2014/main" id="{3D90DA2A-6AB0-45D9-9F7C-5E9490A5BA7A}"/>
              </a:ext>
            </a:extLst>
          </p:cNvPr>
          <p:cNvPicPr>
            <a:picLocks noChangeAspect="1"/>
          </p:cNvPicPr>
          <p:nvPr userDrawn="1"/>
        </p:nvPicPr>
        <p:blipFill>
          <a:blip r:embed="rId2"/>
          <a:stretch>
            <a:fillRect/>
          </a:stretch>
        </p:blipFill>
        <p:spPr>
          <a:xfrm>
            <a:off x="17425145" y="28213365"/>
            <a:ext cx="3379537" cy="1397849"/>
          </a:xfrm>
          <a:prstGeom prst="rect">
            <a:avLst/>
          </a:prstGeom>
        </p:spPr>
      </p:pic>
      <p:cxnSp>
        <p:nvCxnSpPr>
          <p:cNvPr id="40" name="Straight Connector 39">
            <a:extLst>
              <a:ext uri="{FF2B5EF4-FFF2-40B4-BE49-F238E27FC236}">
                <a16:creationId xmlns:a16="http://schemas.microsoft.com/office/drawing/2014/main" id="{E672035C-588A-49D3-997F-1214843DE1FF}"/>
              </a:ext>
            </a:extLst>
          </p:cNvPr>
          <p:cNvCxnSpPr/>
          <p:nvPr userDrawn="1"/>
        </p:nvCxnSpPr>
        <p:spPr>
          <a:xfrm>
            <a:off x="611188" y="29171546"/>
            <a:ext cx="6192192"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42" name="Text Placeholder 3">
            <a:extLst>
              <a:ext uri="{FF2B5EF4-FFF2-40B4-BE49-F238E27FC236}">
                <a16:creationId xmlns:a16="http://schemas.microsoft.com/office/drawing/2014/main" id="{BEC75044-FCFE-49F2-927B-D01CB1326B5D}"/>
              </a:ext>
            </a:extLst>
          </p:cNvPr>
          <p:cNvSpPr>
            <a:spLocks noGrp="1"/>
          </p:cNvSpPr>
          <p:nvPr>
            <p:ph type="body" sz="quarter" idx="43" hasCustomPrompt="1"/>
          </p:nvPr>
        </p:nvSpPr>
        <p:spPr>
          <a:xfrm>
            <a:off x="1041040" y="28174463"/>
            <a:ext cx="3185292" cy="277768"/>
          </a:xfrm>
          <a:noFill/>
        </p:spPr>
        <p:txBody>
          <a:bodyPr wrap="square" lIns="0" tIns="0" rIns="0" bIns="0">
            <a:spAutoFit/>
          </a:bodyPr>
          <a:lstStyle>
            <a:lvl1pPr>
              <a:defRPr sz="1900" b="1">
                <a:solidFill>
                  <a:schemeClr val="accent1"/>
                </a:solidFill>
              </a:defRPr>
            </a:lvl1pPr>
            <a:lvl2pPr marL="0" indent="0">
              <a:buNone/>
              <a:defRPr/>
            </a:lvl2pPr>
          </a:lstStyle>
          <a:p>
            <a:pPr lvl="0"/>
            <a:r>
              <a:rPr lang="en-US" dirty="0"/>
              <a:t>f.surname@uq.edu.au</a:t>
            </a:r>
          </a:p>
        </p:txBody>
      </p:sp>
      <p:sp>
        <p:nvSpPr>
          <p:cNvPr id="43" name="Text Placeholder 3">
            <a:extLst>
              <a:ext uri="{FF2B5EF4-FFF2-40B4-BE49-F238E27FC236}">
                <a16:creationId xmlns:a16="http://schemas.microsoft.com/office/drawing/2014/main" id="{A3195BD1-2EFC-4056-B6F0-AF57BF3742F4}"/>
              </a:ext>
            </a:extLst>
          </p:cNvPr>
          <p:cNvSpPr>
            <a:spLocks noGrp="1"/>
          </p:cNvSpPr>
          <p:nvPr>
            <p:ph type="body" sz="quarter" idx="44" hasCustomPrompt="1"/>
          </p:nvPr>
        </p:nvSpPr>
        <p:spPr>
          <a:xfrm>
            <a:off x="1041040" y="28529194"/>
            <a:ext cx="3185292" cy="277768"/>
          </a:xfrm>
          <a:noFill/>
        </p:spPr>
        <p:txBody>
          <a:bodyPr wrap="square" lIns="0" tIns="0" rIns="0" bIns="0">
            <a:spAutoFit/>
          </a:bodyPr>
          <a:lstStyle>
            <a:lvl1pPr>
              <a:defRPr sz="1900" b="1">
                <a:solidFill>
                  <a:schemeClr val="accent1"/>
                </a:solidFill>
              </a:defRPr>
            </a:lvl1pPr>
            <a:lvl2pPr marL="0" indent="0">
              <a:buNone/>
              <a:defRPr/>
            </a:lvl2pPr>
          </a:lstStyle>
          <a:p>
            <a:pPr lvl="0"/>
            <a:r>
              <a:rPr lang="en-US" dirty="0" err="1"/>
              <a:t>Firstname</a:t>
            </a:r>
            <a:r>
              <a:rPr lang="en-US" dirty="0"/>
              <a:t> Surname</a:t>
            </a:r>
          </a:p>
        </p:txBody>
      </p:sp>
      <p:sp>
        <p:nvSpPr>
          <p:cNvPr id="44" name="Text Placeholder 3">
            <a:extLst>
              <a:ext uri="{FF2B5EF4-FFF2-40B4-BE49-F238E27FC236}">
                <a16:creationId xmlns:a16="http://schemas.microsoft.com/office/drawing/2014/main" id="{FA1686CA-6C92-4EA8-83CB-C754253E940D}"/>
              </a:ext>
            </a:extLst>
          </p:cNvPr>
          <p:cNvSpPr>
            <a:spLocks noGrp="1"/>
          </p:cNvSpPr>
          <p:nvPr>
            <p:ph type="body" sz="quarter" idx="45" hasCustomPrompt="1"/>
          </p:nvPr>
        </p:nvSpPr>
        <p:spPr>
          <a:xfrm>
            <a:off x="4744360" y="28174463"/>
            <a:ext cx="2635084" cy="277768"/>
          </a:xfrm>
          <a:noFill/>
        </p:spPr>
        <p:txBody>
          <a:bodyPr wrap="square" lIns="0" tIns="0" rIns="0" bIns="0">
            <a:spAutoFit/>
          </a:bodyPr>
          <a:lstStyle>
            <a:lvl1pPr>
              <a:defRPr sz="1900" b="1">
                <a:solidFill>
                  <a:schemeClr val="accent1"/>
                </a:solidFill>
              </a:defRPr>
            </a:lvl1pPr>
            <a:lvl2pPr marL="0" indent="0">
              <a:buNone/>
              <a:defRPr/>
            </a:lvl2pPr>
          </a:lstStyle>
          <a:p>
            <a:pPr lvl="0"/>
            <a:r>
              <a:rPr lang="en-US" dirty="0"/>
              <a:t>@researcher</a:t>
            </a:r>
          </a:p>
        </p:txBody>
      </p:sp>
    </p:spTree>
    <p:extLst>
      <p:ext uri="{BB962C8B-B14F-4D97-AF65-F5344CB8AC3E}">
        <p14:creationId xmlns:p14="http://schemas.microsoft.com/office/powerpoint/2010/main" val="24424251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1 Poster Purpl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EC20D61-9B56-477A-A693-C76A71C478EA}"/>
              </a:ext>
            </a:extLst>
          </p:cNvPr>
          <p:cNvSpPr/>
          <p:nvPr userDrawn="1"/>
        </p:nvSpPr>
        <p:spPr>
          <a:xfrm>
            <a:off x="106636" y="121840"/>
            <a:ext cx="21133364" cy="27540000"/>
          </a:xfrm>
          <a:prstGeom prst="rect">
            <a:avLst/>
          </a:prstGeom>
          <a:gradFill>
            <a:gsLst>
              <a:gs pos="0">
                <a:schemeClr val="accent1"/>
              </a:gs>
              <a:gs pos="90000">
                <a:srgbClr val="7A2884"/>
              </a:gs>
              <a:gs pos="100000">
                <a:srgbClr val="962A8B"/>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9" name="Content Placeholder 9">
            <a:extLst>
              <a:ext uri="{FF2B5EF4-FFF2-40B4-BE49-F238E27FC236}">
                <a16:creationId xmlns:a16="http://schemas.microsoft.com/office/drawing/2014/main" id="{DD4F6411-2BFC-4266-96ED-56A5ADBB7B78}"/>
              </a:ext>
            </a:extLst>
          </p:cNvPr>
          <p:cNvSpPr>
            <a:spLocks noGrp="1"/>
          </p:cNvSpPr>
          <p:nvPr>
            <p:ph sz="quarter" idx="46" hasCustomPrompt="1"/>
          </p:nvPr>
        </p:nvSpPr>
        <p:spPr>
          <a:xfrm>
            <a:off x="14482720" y="14547028"/>
            <a:ext cx="6300000" cy="5487122"/>
          </a:xfrm>
          <a:prstGeom prst="rect">
            <a:avLst/>
          </a:prstGeom>
          <a:solidFill>
            <a:schemeClr val="bg1"/>
          </a:solidFill>
        </p:spPr>
        <p:txBody>
          <a:bodyPr lIns="270000" tIns="1224000" rIns="270000" bIns="126000">
            <a:normAutofit/>
          </a:bodyPr>
          <a:lstStyle>
            <a:lvl1pPr>
              <a:lnSpc>
                <a:spcPct val="100000"/>
              </a:lnSpc>
              <a:spcBef>
                <a:spcPts val="100"/>
              </a:spcBef>
              <a:defRPr lang="en-US" sz="1900" dirty="0"/>
            </a:lvl1pPr>
            <a:lvl2pPr>
              <a:lnSpc>
                <a:spcPct val="100000"/>
              </a:lnSpc>
              <a:spcBef>
                <a:spcPts val="100"/>
              </a:spcBef>
              <a:defRPr lang="en-US" sz="1900" dirty="0"/>
            </a:lvl2pPr>
            <a:lvl3pPr>
              <a:lnSpc>
                <a:spcPct val="100000"/>
              </a:lnSpc>
              <a:spcBef>
                <a:spcPts val="100"/>
              </a:spcBef>
              <a:defRPr lang="en-US" sz="1900" dirty="0"/>
            </a:lvl3pPr>
            <a:lvl4pPr>
              <a:lnSpc>
                <a:spcPct val="100000"/>
              </a:lnSpc>
              <a:spcBef>
                <a:spcPts val="600"/>
              </a:spcBef>
              <a:defRPr lang="en-US" dirty="0">
                <a:solidFill>
                  <a:srgbClr val="962A8B"/>
                </a:solidFill>
              </a:defRPr>
            </a:lvl4pPr>
            <a:lvl5pPr>
              <a:lnSpc>
                <a:spcPct val="100000"/>
              </a:lnSpc>
              <a:spcBef>
                <a:spcPts val="600"/>
              </a:spcBef>
              <a:defRPr lang="en-US" dirty="0"/>
            </a:lvl5pPr>
            <a:lvl6pPr>
              <a:spcBef>
                <a:spcPts val="600"/>
              </a:spcBef>
              <a:spcAft>
                <a:spcPts val="600"/>
              </a:spcAft>
              <a:defRPr lang="en-US" dirty="0"/>
            </a:lvl6pPr>
            <a:lvl7pPr>
              <a:spcBef>
                <a:spcPts val="600"/>
              </a:spcBef>
              <a:spcAft>
                <a:spcPts val="600"/>
              </a:spcAft>
              <a:defRPr lang="en-US" dirty="0"/>
            </a:lvl7pPr>
            <a:lvl8pPr>
              <a:spcBef>
                <a:spcPts val="600"/>
              </a:spcBef>
              <a:spcAft>
                <a:spcPts val="600"/>
              </a:spcAft>
              <a:defRPr lang="en-US" dirty="0"/>
            </a:lvl8pPr>
            <a:lvl9pPr>
              <a:spcBef>
                <a:spcPts val="600"/>
              </a:spcBef>
              <a:spcAft>
                <a:spcPts val="600"/>
              </a:spcAft>
              <a:defRPr lang="en-US" dirty="0"/>
            </a:lvl9pPr>
          </a:lstStyle>
          <a:p>
            <a:pPr lvl="0"/>
            <a:r>
              <a:rPr lang="en-US" dirty="0"/>
              <a:t>[Enter text/content]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2" name="Text Placeholder 3">
            <a:extLst>
              <a:ext uri="{FF2B5EF4-FFF2-40B4-BE49-F238E27FC236}">
                <a16:creationId xmlns:a16="http://schemas.microsoft.com/office/drawing/2014/main" id="{301FA84E-7DF2-4E36-ACA2-E9547243170B}"/>
              </a:ext>
            </a:extLst>
          </p:cNvPr>
          <p:cNvSpPr>
            <a:spLocks noGrp="1"/>
          </p:cNvSpPr>
          <p:nvPr>
            <p:ph type="body" sz="quarter" idx="40" hasCustomPrompt="1"/>
          </p:nvPr>
        </p:nvSpPr>
        <p:spPr>
          <a:xfrm>
            <a:off x="7548520" y="25897817"/>
            <a:ext cx="6299200" cy="1368151"/>
          </a:xfrm>
          <a:noFill/>
        </p:spPr>
        <p:txBody>
          <a:bodyPr lIns="0" tIns="0" rIns="0" bIns="0">
            <a:noAutofit/>
          </a:bodyPr>
          <a:lstStyle>
            <a:lvl1pPr>
              <a:defRPr sz="1700" b="0">
                <a:solidFill>
                  <a:schemeClr val="bg1"/>
                </a:solidFill>
              </a:defRPr>
            </a:lvl1pPr>
            <a:lvl2pPr marL="0" indent="0">
              <a:buNone/>
              <a:defRPr/>
            </a:lvl2pPr>
          </a:lstStyle>
          <a:p>
            <a:pPr lvl="0"/>
            <a:r>
              <a:rPr lang="en-US" dirty="0"/>
              <a:t>Figure 3: [Figure caption]</a:t>
            </a:r>
          </a:p>
        </p:txBody>
      </p:sp>
      <p:sp>
        <p:nvSpPr>
          <p:cNvPr id="30" name="Text Placeholder 3">
            <a:extLst>
              <a:ext uri="{FF2B5EF4-FFF2-40B4-BE49-F238E27FC236}">
                <a16:creationId xmlns:a16="http://schemas.microsoft.com/office/drawing/2014/main" id="{CDDF1199-EC6B-41AC-B99E-F83299E4E43C}"/>
              </a:ext>
            </a:extLst>
          </p:cNvPr>
          <p:cNvSpPr>
            <a:spLocks noGrp="1"/>
          </p:cNvSpPr>
          <p:nvPr>
            <p:ph type="body" sz="quarter" idx="38" hasCustomPrompt="1"/>
          </p:nvPr>
        </p:nvSpPr>
        <p:spPr>
          <a:xfrm>
            <a:off x="611188" y="16266431"/>
            <a:ext cx="6299200" cy="1560513"/>
          </a:xfrm>
          <a:noFill/>
        </p:spPr>
        <p:txBody>
          <a:bodyPr lIns="0" tIns="0" rIns="0" bIns="0">
            <a:noAutofit/>
          </a:bodyPr>
          <a:lstStyle>
            <a:lvl1pPr>
              <a:defRPr sz="1700" b="0">
                <a:solidFill>
                  <a:schemeClr val="bg1"/>
                </a:solidFill>
              </a:defRPr>
            </a:lvl1pPr>
            <a:lvl2pPr marL="0" indent="0">
              <a:buNone/>
              <a:defRPr/>
            </a:lvl2pPr>
          </a:lstStyle>
          <a:p>
            <a:pPr lvl="0"/>
            <a:r>
              <a:rPr lang="en-US" dirty="0"/>
              <a:t>Figure 1: [Figure caption]</a:t>
            </a:r>
          </a:p>
        </p:txBody>
      </p:sp>
      <p:sp>
        <p:nvSpPr>
          <p:cNvPr id="10" name="Content Placeholder 9">
            <a:extLst>
              <a:ext uri="{FF2B5EF4-FFF2-40B4-BE49-F238E27FC236}">
                <a16:creationId xmlns:a16="http://schemas.microsoft.com/office/drawing/2014/main" id="{2DB2C94B-2557-442B-9A14-97C40CD6AB85}"/>
              </a:ext>
            </a:extLst>
          </p:cNvPr>
          <p:cNvSpPr>
            <a:spLocks noGrp="1"/>
          </p:cNvSpPr>
          <p:nvPr>
            <p:ph sz="quarter" idx="10" hasCustomPrompt="1"/>
          </p:nvPr>
        </p:nvSpPr>
        <p:spPr>
          <a:xfrm>
            <a:off x="610692" y="18788222"/>
            <a:ext cx="6300000" cy="8477746"/>
          </a:xfrm>
          <a:prstGeom prst="rect">
            <a:avLst/>
          </a:prstGeom>
          <a:solidFill>
            <a:schemeClr val="bg1"/>
          </a:solidFill>
        </p:spPr>
        <p:txBody>
          <a:bodyPr lIns="270000" tIns="126000" rIns="270000" bIns="126000">
            <a:normAutofit/>
          </a:bodyPr>
          <a:lstStyle>
            <a:lvl1pPr>
              <a:lnSpc>
                <a:spcPct val="100000"/>
              </a:lnSpc>
              <a:spcBef>
                <a:spcPts val="100"/>
              </a:spcBef>
              <a:defRPr lang="en-US" sz="1900" dirty="0"/>
            </a:lvl1pPr>
            <a:lvl2pPr>
              <a:lnSpc>
                <a:spcPct val="100000"/>
              </a:lnSpc>
              <a:spcBef>
                <a:spcPts val="100"/>
              </a:spcBef>
              <a:defRPr lang="en-US" sz="1900" dirty="0"/>
            </a:lvl2pPr>
            <a:lvl3pPr>
              <a:lnSpc>
                <a:spcPct val="100000"/>
              </a:lnSpc>
              <a:spcBef>
                <a:spcPts val="100"/>
              </a:spcBef>
              <a:defRPr lang="en-US" sz="1900" dirty="0"/>
            </a:lvl3pPr>
            <a:lvl4pPr>
              <a:lnSpc>
                <a:spcPct val="100000"/>
              </a:lnSpc>
              <a:spcBef>
                <a:spcPts val="600"/>
              </a:spcBef>
              <a:defRPr lang="en-US" dirty="0">
                <a:solidFill>
                  <a:srgbClr val="962A8B"/>
                </a:solidFill>
              </a:defRPr>
            </a:lvl4pPr>
            <a:lvl5pPr>
              <a:lnSpc>
                <a:spcPct val="100000"/>
              </a:lnSpc>
              <a:spcBef>
                <a:spcPts val="600"/>
              </a:spcBef>
              <a:defRPr lang="en-US" dirty="0"/>
            </a:lvl5pPr>
            <a:lvl6pPr>
              <a:spcBef>
                <a:spcPts val="600"/>
              </a:spcBef>
              <a:spcAft>
                <a:spcPts val="600"/>
              </a:spcAft>
              <a:defRPr lang="en-US" dirty="0"/>
            </a:lvl6pPr>
            <a:lvl7pPr>
              <a:spcBef>
                <a:spcPts val="600"/>
              </a:spcBef>
              <a:spcAft>
                <a:spcPts val="600"/>
              </a:spcAft>
              <a:defRPr lang="en-US" dirty="0"/>
            </a:lvl7pPr>
            <a:lvl8pPr>
              <a:spcBef>
                <a:spcPts val="600"/>
              </a:spcBef>
              <a:spcAft>
                <a:spcPts val="600"/>
              </a:spcAft>
              <a:defRPr lang="en-US" dirty="0"/>
            </a:lvl8pPr>
            <a:lvl9pPr>
              <a:spcBef>
                <a:spcPts val="600"/>
              </a:spcBef>
              <a:spcAft>
                <a:spcPts val="600"/>
              </a:spcAft>
              <a:defRPr lang="en-US" dirty="0"/>
            </a:lvl9pPr>
          </a:lstStyle>
          <a:p>
            <a:pPr lvl="0"/>
            <a:r>
              <a:rPr lang="en-US" dirty="0"/>
              <a:t>[Enter text/content]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
        <p:nvSpPr>
          <p:cNvPr id="18" name="Text Placeholder 15">
            <a:extLst>
              <a:ext uri="{FF2B5EF4-FFF2-40B4-BE49-F238E27FC236}">
                <a16:creationId xmlns:a16="http://schemas.microsoft.com/office/drawing/2014/main" id="{38D4DD99-3B01-4082-8203-F8BD7D3A2F57}"/>
              </a:ext>
            </a:extLst>
          </p:cNvPr>
          <p:cNvSpPr>
            <a:spLocks noGrp="1"/>
          </p:cNvSpPr>
          <p:nvPr>
            <p:ph type="body" sz="quarter" idx="19" hasCustomPrompt="1"/>
          </p:nvPr>
        </p:nvSpPr>
        <p:spPr>
          <a:xfrm>
            <a:off x="610692" y="2699272"/>
            <a:ext cx="20160000" cy="276999"/>
          </a:xfrm>
        </p:spPr>
        <p:txBody>
          <a:bodyPr>
            <a:spAutoFit/>
          </a:bodyPr>
          <a:lstStyle>
            <a:lvl1pPr algn="l" rtl="0">
              <a:lnSpc>
                <a:spcPct val="100000"/>
              </a:lnSpc>
              <a:spcBef>
                <a:spcPts val="300"/>
              </a:spcBef>
              <a:spcAft>
                <a:spcPts val="300"/>
              </a:spcAft>
              <a:defRPr lang="en-US" sz="1800" b="0" i="0" baseline="0" dirty="0">
                <a:solidFill>
                  <a:schemeClr val="bg1"/>
                </a:solidFill>
              </a:defRPr>
            </a:lvl1pPr>
          </a:lstStyle>
          <a:p>
            <a:pPr rtl="0"/>
            <a:r>
              <a:rPr lang="en-AU" dirty="0"/>
              <a:t>[References]</a:t>
            </a:r>
            <a:endParaRPr lang="en-US" dirty="0"/>
          </a:p>
        </p:txBody>
      </p:sp>
      <p:sp>
        <p:nvSpPr>
          <p:cNvPr id="2" name="Title 1">
            <a:extLst>
              <a:ext uri="{FF2B5EF4-FFF2-40B4-BE49-F238E27FC236}">
                <a16:creationId xmlns:a16="http://schemas.microsoft.com/office/drawing/2014/main" id="{E71B3F32-96A2-4679-84A4-F12397FCFF02}"/>
              </a:ext>
            </a:extLst>
          </p:cNvPr>
          <p:cNvSpPr>
            <a:spLocks noGrp="1"/>
          </p:cNvSpPr>
          <p:nvPr>
            <p:ph type="title"/>
          </p:nvPr>
        </p:nvSpPr>
        <p:spPr>
          <a:xfrm>
            <a:off x="610692" y="539032"/>
            <a:ext cx="20160000" cy="707886"/>
          </a:xfrm>
        </p:spPr>
        <p:txBody>
          <a:bodyPr/>
          <a:lstStyle>
            <a:lvl1pPr>
              <a:defRPr>
                <a:solidFill>
                  <a:schemeClr val="bg1"/>
                </a:solidFill>
              </a:defRPr>
            </a:lvl1pPr>
          </a:lstStyle>
          <a:p>
            <a:r>
              <a:rPr lang="en-US" dirty="0"/>
              <a:t>Click to edit Master title style</a:t>
            </a:r>
            <a:endParaRPr lang="en-AU" dirty="0"/>
          </a:p>
        </p:txBody>
      </p:sp>
      <p:sp>
        <p:nvSpPr>
          <p:cNvPr id="11" name="Text Placeholder 15">
            <a:extLst>
              <a:ext uri="{FF2B5EF4-FFF2-40B4-BE49-F238E27FC236}">
                <a16:creationId xmlns:a16="http://schemas.microsoft.com/office/drawing/2014/main" id="{A10BA14E-C836-42CB-8468-CD4BE60EA406}"/>
              </a:ext>
            </a:extLst>
          </p:cNvPr>
          <p:cNvSpPr>
            <a:spLocks noGrp="1"/>
          </p:cNvSpPr>
          <p:nvPr>
            <p:ph type="body" sz="quarter" idx="20" hasCustomPrompt="1"/>
          </p:nvPr>
        </p:nvSpPr>
        <p:spPr>
          <a:xfrm>
            <a:off x="610692" y="2104159"/>
            <a:ext cx="20160000" cy="430887"/>
          </a:xfrm>
        </p:spPr>
        <p:txBody>
          <a:bodyPr anchor="t">
            <a:spAutoFit/>
          </a:bodyPr>
          <a:lstStyle>
            <a:lvl1pPr algn="l">
              <a:lnSpc>
                <a:spcPct val="100000"/>
              </a:lnSpc>
              <a:spcBef>
                <a:spcPts val="0"/>
              </a:spcBef>
              <a:spcAft>
                <a:spcPts val="0"/>
              </a:spcAft>
              <a:defRPr sz="2800" b="1">
                <a:solidFill>
                  <a:schemeClr val="bg1"/>
                </a:solidFill>
              </a:defRPr>
            </a:lvl1pPr>
          </a:lstStyle>
          <a:p>
            <a:pPr lvl="0"/>
            <a:r>
              <a:rPr lang="en-AU" dirty="0"/>
              <a:t>[Subtitle]</a:t>
            </a:r>
          </a:p>
        </p:txBody>
      </p:sp>
      <p:sp>
        <p:nvSpPr>
          <p:cNvPr id="4" name="Text Placeholder 3">
            <a:extLst>
              <a:ext uri="{FF2B5EF4-FFF2-40B4-BE49-F238E27FC236}">
                <a16:creationId xmlns:a16="http://schemas.microsoft.com/office/drawing/2014/main" id="{463BEAD4-D512-4292-B52C-BB5F9C1ACBE8}"/>
              </a:ext>
            </a:extLst>
          </p:cNvPr>
          <p:cNvSpPr>
            <a:spLocks noGrp="1"/>
          </p:cNvSpPr>
          <p:nvPr>
            <p:ph type="body" sz="quarter" idx="22" hasCustomPrompt="1"/>
          </p:nvPr>
        </p:nvSpPr>
        <p:spPr>
          <a:xfrm>
            <a:off x="611188" y="18240375"/>
            <a:ext cx="6299200" cy="547164"/>
          </a:xfrm>
          <a:solidFill>
            <a:srgbClr val="E6E3E0"/>
          </a:solidFill>
        </p:spPr>
        <p:txBody>
          <a:bodyPr lIns="270000" tIns="97200" rIns="270000" bIns="97200">
            <a:spAutoFit/>
          </a:bodyPr>
          <a:lstStyle>
            <a:lvl1pPr>
              <a:defRPr sz="2400" b="1">
                <a:solidFill>
                  <a:schemeClr val="accent1"/>
                </a:solidFill>
              </a:defRPr>
            </a:lvl1pPr>
            <a:lvl2pPr marL="0" indent="0">
              <a:buNone/>
              <a:defRPr/>
            </a:lvl2pPr>
          </a:lstStyle>
          <a:p>
            <a:pPr lvl="0"/>
            <a:r>
              <a:rPr lang="en-US" dirty="0"/>
              <a:t>[Heading text]</a:t>
            </a:r>
          </a:p>
        </p:txBody>
      </p:sp>
      <p:sp>
        <p:nvSpPr>
          <p:cNvPr id="6" name="Picture Placeholder 5">
            <a:extLst>
              <a:ext uri="{FF2B5EF4-FFF2-40B4-BE49-F238E27FC236}">
                <a16:creationId xmlns:a16="http://schemas.microsoft.com/office/drawing/2014/main" id="{9B3572B5-A107-45E1-B8C4-724786A9B934}"/>
              </a:ext>
            </a:extLst>
          </p:cNvPr>
          <p:cNvSpPr>
            <a:spLocks noGrp="1"/>
          </p:cNvSpPr>
          <p:nvPr>
            <p:ph type="pic" sz="quarter" idx="24" hasCustomPrompt="1"/>
          </p:nvPr>
        </p:nvSpPr>
        <p:spPr>
          <a:xfrm>
            <a:off x="7548520" y="4048125"/>
            <a:ext cx="13221676" cy="8527628"/>
          </a:xfrm>
          <a:solidFill>
            <a:srgbClr val="D7D1CC"/>
          </a:solidFill>
        </p:spPr>
        <p:txBody>
          <a:bodyPr anchor="ctr"/>
          <a:lstStyle>
            <a:lvl1pPr algn="ctr">
              <a:lnSpc>
                <a:spcPct val="100000"/>
              </a:lnSpc>
              <a:spcBef>
                <a:spcPts val="0"/>
              </a:spcBef>
              <a:spcAft>
                <a:spcPts val="0"/>
              </a:spcAft>
              <a:defRPr/>
            </a:lvl1pPr>
          </a:lstStyle>
          <a:p>
            <a:r>
              <a:rPr lang="en-AU" dirty="0"/>
              <a:t>Click icon to insert pic</a:t>
            </a:r>
            <a:br>
              <a:rPr lang="en-AU" dirty="0"/>
            </a:br>
            <a:br>
              <a:rPr lang="en-AU" dirty="0"/>
            </a:br>
            <a:br>
              <a:rPr lang="en-AU" dirty="0"/>
            </a:br>
            <a:endParaRPr lang="en-AU" dirty="0"/>
          </a:p>
        </p:txBody>
      </p:sp>
      <p:sp>
        <p:nvSpPr>
          <p:cNvPr id="15" name="Content Placeholder 9">
            <a:extLst>
              <a:ext uri="{FF2B5EF4-FFF2-40B4-BE49-F238E27FC236}">
                <a16:creationId xmlns:a16="http://schemas.microsoft.com/office/drawing/2014/main" id="{917A8D9B-14C2-4EF9-B4A1-2B35C1B458CD}"/>
              </a:ext>
            </a:extLst>
          </p:cNvPr>
          <p:cNvSpPr>
            <a:spLocks noGrp="1"/>
          </p:cNvSpPr>
          <p:nvPr>
            <p:ph sz="quarter" idx="25" hasCustomPrompt="1"/>
          </p:nvPr>
        </p:nvSpPr>
        <p:spPr>
          <a:xfrm>
            <a:off x="610692" y="4631592"/>
            <a:ext cx="6300000" cy="5897502"/>
          </a:xfrm>
          <a:prstGeom prst="rect">
            <a:avLst/>
          </a:prstGeom>
          <a:solidFill>
            <a:schemeClr val="bg1"/>
          </a:solidFill>
        </p:spPr>
        <p:txBody>
          <a:bodyPr lIns="270000" tIns="126000" rIns="270000" bIns="126000">
            <a:normAutofit/>
          </a:bodyPr>
          <a:lstStyle>
            <a:lvl1pPr>
              <a:lnSpc>
                <a:spcPct val="100000"/>
              </a:lnSpc>
              <a:spcBef>
                <a:spcPts val="100"/>
              </a:spcBef>
              <a:defRPr lang="en-US" sz="1900" dirty="0"/>
            </a:lvl1pPr>
            <a:lvl2pPr>
              <a:lnSpc>
                <a:spcPct val="100000"/>
              </a:lnSpc>
              <a:spcBef>
                <a:spcPts val="100"/>
              </a:spcBef>
              <a:defRPr lang="en-US" sz="1900" dirty="0"/>
            </a:lvl2pPr>
            <a:lvl3pPr>
              <a:lnSpc>
                <a:spcPct val="100000"/>
              </a:lnSpc>
              <a:spcBef>
                <a:spcPts val="100"/>
              </a:spcBef>
              <a:defRPr lang="en-US" sz="1900" dirty="0"/>
            </a:lvl3pPr>
            <a:lvl4pPr marL="270000" indent="0">
              <a:lnSpc>
                <a:spcPct val="100000"/>
              </a:lnSpc>
              <a:spcBef>
                <a:spcPts val="600"/>
              </a:spcBef>
              <a:tabLst/>
              <a:defRPr lang="en-US" dirty="0">
                <a:solidFill>
                  <a:srgbClr val="962A8B"/>
                </a:solidFill>
              </a:defRPr>
            </a:lvl4pPr>
            <a:lvl5pPr>
              <a:lnSpc>
                <a:spcPct val="100000"/>
              </a:lnSpc>
              <a:spcBef>
                <a:spcPts val="600"/>
              </a:spcBef>
              <a:defRPr lang="en-US" dirty="0"/>
            </a:lvl5pPr>
            <a:lvl6pPr>
              <a:spcBef>
                <a:spcPts val="600"/>
              </a:spcBef>
              <a:spcAft>
                <a:spcPts val="600"/>
              </a:spcAft>
              <a:defRPr lang="en-US" dirty="0"/>
            </a:lvl6pPr>
            <a:lvl7pPr>
              <a:spcBef>
                <a:spcPts val="600"/>
              </a:spcBef>
              <a:spcAft>
                <a:spcPts val="600"/>
              </a:spcAft>
              <a:defRPr lang="en-US" dirty="0"/>
            </a:lvl7pPr>
            <a:lvl8pPr>
              <a:spcBef>
                <a:spcPts val="600"/>
              </a:spcBef>
              <a:spcAft>
                <a:spcPts val="600"/>
              </a:spcAft>
              <a:defRPr lang="en-US" dirty="0"/>
            </a:lvl8pPr>
            <a:lvl9pPr>
              <a:spcBef>
                <a:spcPts val="600"/>
              </a:spcBef>
              <a:spcAft>
                <a:spcPts val="600"/>
              </a:spcAft>
              <a:defRPr lang="en-US" dirty="0"/>
            </a:lvl9pPr>
          </a:lstStyle>
          <a:p>
            <a:pPr lvl="0"/>
            <a:r>
              <a:rPr lang="en-US" dirty="0"/>
              <a:t>[Enter text/content]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3">
            <a:extLst>
              <a:ext uri="{FF2B5EF4-FFF2-40B4-BE49-F238E27FC236}">
                <a16:creationId xmlns:a16="http://schemas.microsoft.com/office/drawing/2014/main" id="{12C23EDD-933E-499B-A2BA-6FE387C53BF6}"/>
              </a:ext>
            </a:extLst>
          </p:cNvPr>
          <p:cNvSpPr>
            <a:spLocks noGrp="1"/>
          </p:cNvSpPr>
          <p:nvPr>
            <p:ph type="body" sz="quarter" idx="26" hasCustomPrompt="1"/>
          </p:nvPr>
        </p:nvSpPr>
        <p:spPr>
          <a:xfrm>
            <a:off x="611188" y="4083745"/>
            <a:ext cx="6299200" cy="547164"/>
          </a:xfrm>
          <a:solidFill>
            <a:srgbClr val="E6E3E0"/>
          </a:solidFill>
        </p:spPr>
        <p:txBody>
          <a:bodyPr lIns="270000" tIns="97200" rIns="270000" bIns="97200">
            <a:spAutoFit/>
          </a:bodyPr>
          <a:lstStyle>
            <a:lvl1pPr>
              <a:defRPr sz="2400" b="1">
                <a:solidFill>
                  <a:schemeClr val="accent1"/>
                </a:solidFill>
              </a:defRPr>
            </a:lvl1pPr>
            <a:lvl2pPr marL="0" indent="0">
              <a:buNone/>
              <a:defRPr/>
            </a:lvl2pPr>
          </a:lstStyle>
          <a:p>
            <a:pPr lvl="0"/>
            <a:r>
              <a:rPr lang="en-US" dirty="0"/>
              <a:t>[Heading text]</a:t>
            </a:r>
          </a:p>
        </p:txBody>
      </p:sp>
      <p:sp>
        <p:nvSpPr>
          <p:cNvPr id="17" name="Content Placeholder 9">
            <a:extLst>
              <a:ext uri="{FF2B5EF4-FFF2-40B4-BE49-F238E27FC236}">
                <a16:creationId xmlns:a16="http://schemas.microsoft.com/office/drawing/2014/main" id="{3F0996FF-D92C-4EA6-938C-E7F162ABD7E9}"/>
              </a:ext>
            </a:extLst>
          </p:cNvPr>
          <p:cNvSpPr>
            <a:spLocks noGrp="1"/>
          </p:cNvSpPr>
          <p:nvPr>
            <p:ph sz="quarter" idx="27" hasCustomPrompt="1"/>
          </p:nvPr>
        </p:nvSpPr>
        <p:spPr>
          <a:xfrm>
            <a:off x="7548520" y="15050413"/>
            <a:ext cx="6300000" cy="3579314"/>
          </a:xfrm>
          <a:prstGeom prst="rect">
            <a:avLst/>
          </a:prstGeom>
          <a:solidFill>
            <a:schemeClr val="bg1"/>
          </a:solidFill>
        </p:spPr>
        <p:txBody>
          <a:bodyPr lIns="270000" tIns="1224000" rIns="270000" bIns="126000">
            <a:normAutofit/>
          </a:bodyPr>
          <a:lstStyle>
            <a:lvl1pPr>
              <a:lnSpc>
                <a:spcPct val="100000"/>
              </a:lnSpc>
              <a:spcBef>
                <a:spcPts val="100"/>
              </a:spcBef>
              <a:defRPr lang="en-US" sz="1900" dirty="0"/>
            </a:lvl1pPr>
            <a:lvl2pPr>
              <a:lnSpc>
                <a:spcPct val="100000"/>
              </a:lnSpc>
              <a:spcBef>
                <a:spcPts val="100"/>
              </a:spcBef>
              <a:defRPr lang="en-US" sz="1900" dirty="0"/>
            </a:lvl2pPr>
            <a:lvl3pPr>
              <a:lnSpc>
                <a:spcPct val="100000"/>
              </a:lnSpc>
              <a:spcBef>
                <a:spcPts val="100"/>
              </a:spcBef>
              <a:defRPr lang="en-US" sz="1900" dirty="0"/>
            </a:lvl3pPr>
            <a:lvl4pPr>
              <a:lnSpc>
                <a:spcPct val="100000"/>
              </a:lnSpc>
              <a:spcBef>
                <a:spcPts val="600"/>
              </a:spcBef>
              <a:defRPr lang="en-US" dirty="0">
                <a:solidFill>
                  <a:srgbClr val="962A8B"/>
                </a:solidFill>
              </a:defRPr>
            </a:lvl4pPr>
            <a:lvl5pPr>
              <a:lnSpc>
                <a:spcPct val="100000"/>
              </a:lnSpc>
              <a:spcBef>
                <a:spcPts val="600"/>
              </a:spcBef>
              <a:defRPr lang="en-US" dirty="0"/>
            </a:lvl5pPr>
            <a:lvl6pPr>
              <a:spcBef>
                <a:spcPts val="600"/>
              </a:spcBef>
              <a:spcAft>
                <a:spcPts val="600"/>
              </a:spcAft>
              <a:defRPr lang="en-US" dirty="0"/>
            </a:lvl6pPr>
            <a:lvl7pPr>
              <a:spcBef>
                <a:spcPts val="600"/>
              </a:spcBef>
              <a:spcAft>
                <a:spcPts val="600"/>
              </a:spcAft>
              <a:defRPr lang="en-US" dirty="0"/>
            </a:lvl7pPr>
            <a:lvl8pPr>
              <a:spcBef>
                <a:spcPts val="600"/>
              </a:spcBef>
              <a:spcAft>
                <a:spcPts val="600"/>
              </a:spcAft>
              <a:defRPr lang="en-US" dirty="0"/>
            </a:lvl8pPr>
            <a:lvl9pPr>
              <a:spcBef>
                <a:spcPts val="600"/>
              </a:spcBef>
              <a:spcAft>
                <a:spcPts val="600"/>
              </a:spcAft>
              <a:defRPr lang="en-US" dirty="0"/>
            </a:lvl9pPr>
          </a:lstStyle>
          <a:p>
            <a:pPr lvl="0"/>
            <a:r>
              <a:rPr lang="en-US" dirty="0"/>
              <a:t>[Enter text/content]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Text Placeholder 3">
            <a:extLst>
              <a:ext uri="{FF2B5EF4-FFF2-40B4-BE49-F238E27FC236}">
                <a16:creationId xmlns:a16="http://schemas.microsoft.com/office/drawing/2014/main" id="{21BA83C2-8E32-4485-BCE0-1DEBBC6A39DF}"/>
              </a:ext>
            </a:extLst>
          </p:cNvPr>
          <p:cNvSpPr>
            <a:spLocks noGrp="1"/>
          </p:cNvSpPr>
          <p:nvPr>
            <p:ph type="body" sz="quarter" idx="28" hasCustomPrompt="1"/>
          </p:nvPr>
        </p:nvSpPr>
        <p:spPr>
          <a:xfrm>
            <a:off x="7548520" y="14547028"/>
            <a:ext cx="6300000" cy="547164"/>
          </a:xfrm>
          <a:solidFill>
            <a:srgbClr val="EFEDEB"/>
          </a:solidFill>
        </p:spPr>
        <p:txBody>
          <a:bodyPr lIns="270000" tIns="97200" rIns="270000" bIns="97200">
            <a:spAutoFit/>
          </a:bodyPr>
          <a:lstStyle>
            <a:lvl1pPr>
              <a:defRPr sz="2400" b="1">
                <a:solidFill>
                  <a:schemeClr val="accent1"/>
                </a:solidFill>
              </a:defRPr>
            </a:lvl1pPr>
            <a:lvl2pPr marL="0" indent="0">
              <a:buNone/>
              <a:defRPr/>
            </a:lvl2pPr>
          </a:lstStyle>
          <a:p>
            <a:pPr lvl="0"/>
            <a:r>
              <a:rPr lang="en-US" dirty="0"/>
              <a:t>[Heading text]</a:t>
            </a:r>
          </a:p>
        </p:txBody>
      </p:sp>
      <p:sp>
        <p:nvSpPr>
          <p:cNvPr id="20" name="Text Placeholder 3">
            <a:extLst>
              <a:ext uri="{FF2B5EF4-FFF2-40B4-BE49-F238E27FC236}">
                <a16:creationId xmlns:a16="http://schemas.microsoft.com/office/drawing/2014/main" id="{68307EC0-D6C4-47F3-A40C-ACED0037F85D}"/>
              </a:ext>
            </a:extLst>
          </p:cNvPr>
          <p:cNvSpPr>
            <a:spLocks noGrp="1"/>
          </p:cNvSpPr>
          <p:nvPr>
            <p:ph type="body" sz="quarter" idx="29" hasCustomPrompt="1"/>
          </p:nvPr>
        </p:nvSpPr>
        <p:spPr>
          <a:xfrm>
            <a:off x="7674184" y="15196745"/>
            <a:ext cx="6048672" cy="997633"/>
          </a:xfrm>
          <a:solidFill>
            <a:srgbClr val="FBB800"/>
          </a:solidFill>
        </p:spPr>
        <p:txBody>
          <a:bodyPr lIns="144000" tIns="90000" rIns="144000" bIns="90000" anchor="ctr">
            <a:noAutofit/>
          </a:bodyPr>
          <a:lstStyle>
            <a:lvl1pPr marL="0" indent="0">
              <a:defRPr sz="2800" b="1">
                <a:solidFill>
                  <a:schemeClr val="accent1"/>
                </a:solidFill>
              </a:defRPr>
            </a:lvl1pPr>
            <a:lvl2pPr marL="0" indent="0">
              <a:buNone/>
              <a:defRPr/>
            </a:lvl2pPr>
          </a:lstStyle>
          <a:p>
            <a:pPr lvl="0"/>
            <a:r>
              <a:rPr lang="en-US" dirty="0"/>
              <a:t>[Feature text]</a:t>
            </a:r>
          </a:p>
        </p:txBody>
      </p:sp>
      <p:sp>
        <p:nvSpPr>
          <p:cNvPr id="23" name="Picture Placeholder 5">
            <a:extLst>
              <a:ext uri="{FF2B5EF4-FFF2-40B4-BE49-F238E27FC236}">
                <a16:creationId xmlns:a16="http://schemas.microsoft.com/office/drawing/2014/main" id="{84FBFEDF-8755-4CEB-AA17-B049ED246C14}"/>
              </a:ext>
            </a:extLst>
          </p:cNvPr>
          <p:cNvSpPr>
            <a:spLocks noGrp="1"/>
          </p:cNvSpPr>
          <p:nvPr>
            <p:ph type="pic" sz="quarter" idx="32" hasCustomPrompt="1"/>
          </p:nvPr>
        </p:nvSpPr>
        <p:spPr>
          <a:xfrm>
            <a:off x="610692" y="11038860"/>
            <a:ext cx="6300000" cy="5004000"/>
          </a:xfrm>
          <a:solidFill>
            <a:srgbClr val="D7D1CC"/>
          </a:solidFill>
        </p:spPr>
        <p:txBody>
          <a:bodyPr anchor="ctr"/>
          <a:lstStyle>
            <a:lvl1pPr algn="ctr">
              <a:lnSpc>
                <a:spcPct val="100000"/>
              </a:lnSpc>
              <a:spcBef>
                <a:spcPts val="0"/>
              </a:spcBef>
              <a:spcAft>
                <a:spcPts val="0"/>
              </a:spcAft>
              <a:defRPr/>
            </a:lvl1pPr>
          </a:lstStyle>
          <a:p>
            <a:r>
              <a:rPr lang="en-AU" dirty="0"/>
              <a:t>Click icon to insert pic</a:t>
            </a:r>
            <a:br>
              <a:rPr lang="en-AU" dirty="0"/>
            </a:br>
            <a:br>
              <a:rPr lang="en-AU" dirty="0"/>
            </a:br>
            <a:br>
              <a:rPr lang="en-AU" dirty="0"/>
            </a:br>
            <a:endParaRPr lang="en-AU" dirty="0"/>
          </a:p>
        </p:txBody>
      </p:sp>
      <p:sp>
        <p:nvSpPr>
          <p:cNvPr id="25" name="Picture Placeholder 5">
            <a:extLst>
              <a:ext uri="{FF2B5EF4-FFF2-40B4-BE49-F238E27FC236}">
                <a16:creationId xmlns:a16="http://schemas.microsoft.com/office/drawing/2014/main" id="{0693EAD1-462A-4ECC-9C4A-DDBEE428150D}"/>
              </a:ext>
            </a:extLst>
          </p:cNvPr>
          <p:cNvSpPr>
            <a:spLocks noGrp="1"/>
          </p:cNvSpPr>
          <p:nvPr>
            <p:ph type="pic" sz="quarter" idx="34" hasCustomPrompt="1"/>
          </p:nvPr>
        </p:nvSpPr>
        <p:spPr>
          <a:xfrm>
            <a:off x="7548520" y="19192260"/>
            <a:ext cx="6300000" cy="6458514"/>
          </a:xfrm>
          <a:solidFill>
            <a:srgbClr val="D7D1CC"/>
          </a:solidFill>
        </p:spPr>
        <p:txBody>
          <a:bodyPr anchor="ctr"/>
          <a:lstStyle>
            <a:lvl1pPr algn="ctr">
              <a:lnSpc>
                <a:spcPct val="100000"/>
              </a:lnSpc>
              <a:spcBef>
                <a:spcPts val="0"/>
              </a:spcBef>
              <a:spcAft>
                <a:spcPts val="0"/>
              </a:spcAft>
              <a:defRPr/>
            </a:lvl1pPr>
          </a:lstStyle>
          <a:p>
            <a:r>
              <a:rPr lang="en-AU" dirty="0"/>
              <a:t>Click icon to insert pic</a:t>
            </a:r>
            <a:br>
              <a:rPr lang="en-AU" dirty="0"/>
            </a:br>
            <a:br>
              <a:rPr lang="en-AU" dirty="0"/>
            </a:br>
            <a:br>
              <a:rPr lang="en-AU" dirty="0"/>
            </a:br>
            <a:endParaRPr lang="en-AU" dirty="0"/>
          </a:p>
        </p:txBody>
      </p:sp>
      <p:sp>
        <p:nvSpPr>
          <p:cNvPr id="28" name="Content Placeholder 9">
            <a:extLst>
              <a:ext uri="{FF2B5EF4-FFF2-40B4-BE49-F238E27FC236}">
                <a16:creationId xmlns:a16="http://schemas.microsoft.com/office/drawing/2014/main" id="{07222DC4-ED65-41BA-9AE9-3AB068E3D93C}"/>
              </a:ext>
            </a:extLst>
          </p:cNvPr>
          <p:cNvSpPr>
            <a:spLocks noGrp="1"/>
          </p:cNvSpPr>
          <p:nvPr>
            <p:ph sz="quarter" idx="36" hasCustomPrompt="1"/>
          </p:nvPr>
        </p:nvSpPr>
        <p:spPr>
          <a:xfrm>
            <a:off x="14472438" y="21226621"/>
            <a:ext cx="6300000" cy="6039347"/>
          </a:xfrm>
          <a:prstGeom prst="rect">
            <a:avLst/>
          </a:prstGeom>
          <a:solidFill>
            <a:schemeClr val="bg1"/>
          </a:solidFill>
        </p:spPr>
        <p:txBody>
          <a:bodyPr lIns="270000" tIns="126000" rIns="270000" bIns="126000">
            <a:normAutofit/>
          </a:bodyPr>
          <a:lstStyle>
            <a:lvl1pPr>
              <a:lnSpc>
                <a:spcPct val="100000"/>
              </a:lnSpc>
              <a:spcBef>
                <a:spcPts val="100"/>
              </a:spcBef>
              <a:defRPr lang="en-US" sz="1900" dirty="0"/>
            </a:lvl1pPr>
            <a:lvl2pPr>
              <a:lnSpc>
                <a:spcPct val="100000"/>
              </a:lnSpc>
              <a:spcBef>
                <a:spcPts val="100"/>
              </a:spcBef>
              <a:defRPr lang="en-US" sz="1900" dirty="0"/>
            </a:lvl2pPr>
            <a:lvl3pPr>
              <a:lnSpc>
                <a:spcPct val="100000"/>
              </a:lnSpc>
              <a:spcBef>
                <a:spcPts val="100"/>
              </a:spcBef>
              <a:defRPr lang="en-US" sz="1900" dirty="0"/>
            </a:lvl3pPr>
            <a:lvl4pPr>
              <a:lnSpc>
                <a:spcPct val="100000"/>
              </a:lnSpc>
              <a:spcBef>
                <a:spcPts val="600"/>
              </a:spcBef>
              <a:defRPr lang="en-US" dirty="0">
                <a:solidFill>
                  <a:srgbClr val="962A8B"/>
                </a:solidFill>
              </a:defRPr>
            </a:lvl4pPr>
            <a:lvl5pPr>
              <a:lnSpc>
                <a:spcPct val="100000"/>
              </a:lnSpc>
              <a:spcBef>
                <a:spcPts val="600"/>
              </a:spcBef>
              <a:defRPr lang="en-US" dirty="0"/>
            </a:lvl5pPr>
            <a:lvl6pPr>
              <a:spcBef>
                <a:spcPts val="600"/>
              </a:spcBef>
              <a:spcAft>
                <a:spcPts val="600"/>
              </a:spcAft>
              <a:defRPr lang="en-US" dirty="0"/>
            </a:lvl6pPr>
            <a:lvl7pPr>
              <a:spcBef>
                <a:spcPts val="600"/>
              </a:spcBef>
              <a:spcAft>
                <a:spcPts val="600"/>
              </a:spcAft>
              <a:defRPr lang="en-US" dirty="0"/>
            </a:lvl7pPr>
            <a:lvl8pPr>
              <a:spcBef>
                <a:spcPts val="600"/>
              </a:spcBef>
              <a:spcAft>
                <a:spcPts val="600"/>
              </a:spcAft>
              <a:defRPr lang="en-US" dirty="0"/>
            </a:lvl8pPr>
            <a:lvl9pPr>
              <a:spcBef>
                <a:spcPts val="600"/>
              </a:spcBef>
              <a:spcAft>
                <a:spcPts val="600"/>
              </a:spcAft>
              <a:defRPr lang="en-US" dirty="0"/>
            </a:lvl9pPr>
          </a:lstStyle>
          <a:p>
            <a:pPr lvl="0"/>
            <a:r>
              <a:rPr lang="en-US" dirty="0"/>
              <a:t>[Enter text/content]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
        <p:nvSpPr>
          <p:cNvPr id="29" name="Text Placeholder 3">
            <a:extLst>
              <a:ext uri="{FF2B5EF4-FFF2-40B4-BE49-F238E27FC236}">
                <a16:creationId xmlns:a16="http://schemas.microsoft.com/office/drawing/2014/main" id="{73DB9632-6B58-4B85-BAF1-CD327B3366E1}"/>
              </a:ext>
            </a:extLst>
          </p:cNvPr>
          <p:cNvSpPr>
            <a:spLocks noGrp="1"/>
          </p:cNvSpPr>
          <p:nvPr>
            <p:ph type="body" sz="quarter" idx="37" hasCustomPrompt="1"/>
          </p:nvPr>
        </p:nvSpPr>
        <p:spPr>
          <a:xfrm>
            <a:off x="14472438" y="20678775"/>
            <a:ext cx="6300000" cy="547164"/>
          </a:xfrm>
          <a:solidFill>
            <a:srgbClr val="E6E3E0"/>
          </a:solidFill>
        </p:spPr>
        <p:txBody>
          <a:bodyPr lIns="270000" tIns="97200" rIns="270000" bIns="97200">
            <a:spAutoFit/>
          </a:bodyPr>
          <a:lstStyle>
            <a:lvl1pPr>
              <a:defRPr sz="2400" b="1">
                <a:solidFill>
                  <a:schemeClr val="accent1"/>
                </a:solidFill>
              </a:defRPr>
            </a:lvl1pPr>
            <a:lvl2pPr marL="0" indent="0">
              <a:buNone/>
              <a:defRPr/>
            </a:lvl2pPr>
          </a:lstStyle>
          <a:p>
            <a:pPr lvl="0"/>
            <a:r>
              <a:rPr lang="en-US" dirty="0"/>
              <a:t>[Heading text]</a:t>
            </a:r>
          </a:p>
        </p:txBody>
      </p:sp>
      <p:sp>
        <p:nvSpPr>
          <p:cNvPr id="31" name="Text Placeholder 3">
            <a:extLst>
              <a:ext uri="{FF2B5EF4-FFF2-40B4-BE49-F238E27FC236}">
                <a16:creationId xmlns:a16="http://schemas.microsoft.com/office/drawing/2014/main" id="{14AE396D-A57C-4020-9B70-0FBF18BDC634}"/>
              </a:ext>
            </a:extLst>
          </p:cNvPr>
          <p:cNvSpPr>
            <a:spLocks noGrp="1"/>
          </p:cNvSpPr>
          <p:nvPr>
            <p:ph type="body" sz="quarter" idx="39" hasCustomPrompt="1"/>
          </p:nvPr>
        </p:nvSpPr>
        <p:spPr>
          <a:xfrm>
            <a:off x="7548520" y="12785005"/>
            <a:ext cx="13221676" cy="1560513"/>
          </a:xfrm>
          <a:noFill/>
        </p:spPr>
        <p:txBody>
          <a:bodyPr lIns="0" tIns="0" rIns="0" bIns="0">
            <a:noAutofit/>
          </a:bodyPr>
          <a:lstStyle>
            <a:lvl1pPr>
              <a:defRPr sz="1700" b="0">
                <a:solidFill>
                  <a:schemeClr val="bg1"/>
                </a:solidFill>
              </a:defRPr>
            </a:lvl1pPr>
            <a:lvl2pPr marL="0" indent="0">
              <a:buNone/>
              <a:defRPr/>
            </a:lvl2pPr>
          </a:lstStyle>
          <a:p>
            <a:pPr lvl="0"/>
            <a:r>
              <a:rPr lang="en-US" dirty="0"/>
              <a:t>Figure 2: [Figure caption]</a:t>
            </a:r>
          </a:p>
        </p:txBody>
      </p:sp>
      <p:sp>
        <p:nvSpPr>
          <p:cNvPr id="33" name="Text Placeholder 3">
            <a:extLst>
              <a:ext uri="{FF2B5EF4-FFF2-40B4-BE49-F238E27FC236}">
                <a16:creationId xmlns:a16="http://schemas.microsoft.com/office/drawing/2014/main" id="{9E64CD43-B309-4448-9788-BA1A319BC575}"/>
              </a:ext>
            </a:extLst>
          </p:cNvPr>
          <p:cNvSpPr>
            <a:spLocks noGrp="1"/>
          </p:cNvSpPr>
          <p:nvPr>
            <p:ph type="body" sz="quarter" idx="41" hasCustomPrompt="1"/>
          </p:nvPr>
        </p:nvSpPr>
        <p:spPr>
          <a:xfrm>
            <a:off x="7548520" y="28486644"/>
            <a:ext cx="6299200" cy="1124570"/>
          </a:xfrm>
          <a:noFill/>
        </p:spPr>
        <p:txBody>
          <a:bodyPr lIns="0" tIns="0" rIns="0" bIns="0">
            <a:noAutofit/>
          </a:bodyPr>
          <a:lstStyle>
            <a:lvl1pPr>
              <a:defRPr sz="1700" b="0">
                <a:solidFill>
                  <a:schemeClr val="accent1"/>
                </a:solidFill>
              </a:defRPr>
            </a:lvl1pPr>
            <a:lvl2pPr marL="0" indent="0">
              <a:buNone/>
              <a:defRPr/>
            </a:lvl2pPr>
          </a:lstStyle>
          <a:p>
            <a:pPr lvl="0"/>
            <a:r>
              <a:rPr lang="en-US" dirty="0"/>
              <a:t>[Acknowledgements text]</a:t>
            </a:r>
          </a:p>
        </p:txBody>
      </p:sp>
      <p:pic>
        <p:nvPicPr>
          <p:cNvPr id="9" name="Picture 8" descr="A close up of a sign&#10;&#10;Description automatically generated">
            <a:extLst>
              <a:ext uri="{FF2B5EF4-FFF2-40B4-BE49-F238E27FC236}">
                <a16:creationId xmlns:a16="http://schemas.microsoft.com/office/drawing/2014/main" id="{3D90DA2A-6AB0-45D9-9F7C-5E9490A5BA7A}"/>
              </a:ext>
            </a:extLst>
          </p:cNvPr>
          <p:cNvPicPr>
            <a:picLocks noChangeAspect="1"/>
          </p:cNvPicPr>
          <p:nvPr userDrawn="1"/>
        </p:nvPicPr>
        <p:blipFill>
          <a:blip r:embed="rId2"/>
          <a:stretch>
            <a:fillRect/>
          </a:stretch>
        </p:blipFill>
        <p:spPr>
          <a:xfrm>
            <a:off x="17425145" y="28213365"/>
            <a:ext cx="3379537" cy="1397849"/>
          </a:xfrm>
          <a:prstGeom prst="rect">
            <a:avLst/>
          </a:prstGeom>
        </p:spPr>
      </p:pic>
      <p:cxnSp>
        <p:nvCxnSpPr>
          <p:cNvPr id="40" name="Straight Connector 39">
            <a:extLst>
              <a:ext uri="{FF2B5EF4-FFF2-40B4-BE49-F238E27FC236}">
                <a16:creationId xmlns:a16="http://schemas.microsoft.com/office/drawing/2014/main" id="{E672035C-588A-49D3-997F-1214843DE1FF}"/>
              </a:ext>
            </a:extLst>
          </p:cNvPr>
          <p:cNvCxnSpPr/>
          <p:nvPr userDrawn="1"/>
        </p:nvCxnSpPr>
        <p:spPr>
          <a:xfrm>
            <a:off x="611188" y="29171546"/>
            <a:ext cx="6192192"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42" name="Text Placeholder 3">
            <a:extLst>
              <a:ext uri="{FF2B5EF4-FFF2-40B4-BE49-F238E27FC236}">
                <a16:creationId xmlns:a16="http://schemas.microsoft.com/office/drawing/2014/main" id="{BEC75044-FCFE-49F2-927B-D01CB1326B5D}"/>
              </a:ext>
            </a:extLst>
          </p:cNvPr>
          <p:cNvSpPr>
            <a:spLocks noGrp="1"/>
          </p:cNvSpPr>
          <p:nvPr>
            <p:ph type="body" sz="quarter" idx="43" hasCustomPrompt="1"/>
          </p:nvPr>
        </p:nvSpPr>
        <p:spPr>
          <a:xfrm>
            <a:off x="1041040" y="28174463"/>
            <a:ext cx="3185292" cy="277768"/>
          </a:xfrm>
          <a:noFill/>
        </p:spPr>
        <p:txBody>
          <a:bodyPr wrap="square" lIns="0" tIns="0" rIns="0" bIns="0">
            <a:spAutoFit/>
          </a:bodyPr>
          <a:lstStyle>
            <a:lvl1pPr>
              <a:defRPr sz="1900" b="1">
                <a:solidFill>
                  <a:schemeClr val="accent1"/>
                </a:solidFill>
              </a:defRPr>
            </a:lvl1pPr>
            <a:lvl2pPr marL="0" indent="0">
              <a:buNone/>
              <a:defRPr/>
            </a:lvl2pPr>
          </a:lstStyle>
          <a:p>
            <a:pPr lvl="0"/>
            <a:r>
              <a:rPr lang="en-US" dirty="0"/>
              <a:t>f.surname@uq.edu.au</a:t>
            </a:r>
          </a:p>
        </p:txBody>
      </p:sp>
      <p:sp>
        <p:nvSpPr>
          <p:cNvPr id="43" name="Text Placeholder 3">
            <a:extLst>
              <a:ext uri="{FF2B5EF4-FFF2-40B4-BE49-F238E27FC236}">
                <a16:creationId xmlns:a16="http://schemas.microsoft.com/office/drawing/2014/main" id="{A3195BD1-2EFC-4056-B6F0-AF57BF3742F4}"/>
              </a:ext>
            </a:extLst>
          </p:cNvPr>
          <p:cNvSpPr>
            <a:spLocks noGrp="1"/>
          </p:cNvSpPr>
          <p:nvPr>
            <p:ph type="body" sz="quarter" idx="44" hasCustomPrompt="1"/>
          </p:nvPr>
        </p:nvSpPr>
        <p:spPr>
          <a:xfrm>
            <a:off x="1041040" y="28529194"/>
            <a:ext cx="3185292" cy="277768"/>
          </a:xfrm>
          <a:noFill/>
        </p:spPr>
        <p:txBody>
          <a:bodyPr wrap="square" lIns="0" tIns="0" rIns="0" bIns="0">
            <a:spAutoFit/>
          </a:bodyPr>
          <a:lstStyle>
            <a:lvl1pPr>
              <a:defRPr sz="1900" b="1">
                <a:solidFill>
                  <a:schemeClr val="accent1"/>
                </a:solidFill>
              </a:defRPr>
            </a:lvl1pPr>
            <a:lvl2pPr marL="0" indent="0">
              <a:buNone/>
              <a:defRPr/>
            </a:lvl2pPr>
          </a:lstStyle>
          <a:p>
            <a:pPr lvl="0"/>
            <a:r>
              <a:rPr lang="en-US" dirty="0" err="1"/>
              <a:t>Firstname</a:t>
            </a:r>
            <a:r>
              <a:rPr lang="en-US" dirty="0"/>
              <a:t> Surname</a:t>
            </a:r>
          </a:p>
        </p:txBody>
      </p:sp>
      <p:sp>
        <p:nvSpPr>
          <p:cNvPr id="44" name="Text Placeholder 3">
            <a:extLst>
              <a:ext uri="{FF2B5EF4-FFF2-40B4-BE49-F238E27FC236}">
                <a16:creationId xmlns:a16="http://schemas.microsoft.com/office/drawing/2014/main" id="{FA1686CA-6C92-4EA8-83CB-C754253E940D}"/>
              </a:ext>
            </a:extLst>
          </p:cNvPr>
          <p:cNvSpPr>
            <a:spLocks noGrp="1"/>
          </p:cNvSpPr>
          <p:nvPr>
            <p:ph type="body" sz="quarter" idx="45" hasCustomPrompt="1"/>
          </p:nvPr>
        </p:nvSpPr>
        <p:spPr>
          <a:xfrm>
            <a:off x="4744360" y="28174463"/>
            <a:ext cx="2635084" cy="277768"/>
          </a:xfrm>
          <a:noFill/>
        </p:spPr>
        <p:txBody>
          <a:bodyPr wrap="square" lIns="0" tIns="0" rIns="0" bIns="0">
            <a:spAutoFit/>
          </a:bodyPr>
          <a:lstStyle>
            <a:lvl1pPr>
              <a:defRPr sz="1900" b="1">
                <a:solidFill>
                  <a:schemeClr val="accent1"/>
                </a:solidFill>
              </a:defRPr>
            </a:lvl1pPr>
            <a:lvl2pPr marL="0" indent="0">
              <a:buNone/>
              <a:defRPr/>
            </a:lvl2pPr>
          </a:lstStyle>
          <a:p>
            <a:pPr lvl="0"/>
            <a:r>
              <a:rPr lang="en-US" dirty="0"/>
              <a:t>@researcher</a:t>
            </a:r>
          </a:p>
        </p:txBody>
      </p:sp>
      <p:sp>
        <p:nvSpPr>
          <p:cNvPr id="45" name="Text Placeholder 3">
            <a:extLst>
              <a:ext uri="{FF2B5EF4-FFF2-40B4-BE49-F238E27FC236}">
                <a16:creationId xmlns:a16="http://schemas.microsoft.com/office/drawing/2014/main" id="{2314C1D0-0D7F-4267-89B6-C3EBC1B35DBB}"/>
              </a:ext>
            </a:extLst>
          </p:cNvPr>
          <p:cNvSpPr>
            <a:spLocks noGrp="1"/>
          </p:cNvSpPr>
          <p:nvPr>
            <p:ph type="body" sz="quarter" idx="47" hasCustomPrompt="1"/>
          </p:nvPr>
        </p:nvSpPr>
        <p:spPr>
          <a:xfrm>
            <a:off x="14608384" y="14633550"/>
            <a:ext cx="6048672" cy="997633"/>
          </a:xfrm>
          <a:solidFill>
            <a:srgbClr val="FBB800"/>
          </a:solidFill>
        </p:spPr>
        <p:txBody>
          <a:bodyPr lIns="144000" tIns="90000" rIns="144000" bIns="90000" anchor="ctr">
            <a:noAutofit/>
          </a:bodyPr>
          <a:lstStyle>
            <a:lvl1pPr marL="0" indent="0">
              <a:defRPr sz="2800" b="1">
                <a:solidFill>
                  <a:schemeClr val="accent1"/>
                </a:solidFill>
              </a:defRPr>
            </a:lvl1pPr>
            <a:lvl2pPr marL="0" indent="0">
              <a:buNone/>
              <a:defRPr/>
            </a:lvl2pPr>
          </a:lstStyle>
          <a:p>
            <a:pPr lvl="0"/>
            <a:r>
              <a:rPr lang="en-US" dirty="0"/>
              <a:t>[Feature text]</a:t>
            </a:r>
          </a:p>
        </p:txBody>
      </p:sp>
    </p:spTree>
    <p:extLst>
      <p:ext uri="{BB962C8B-B14F-4D97-AF65-F5344CB8AC3E}">
        <p14:creationId xmlns:p14="http://schemas.microsoft.com/office/powerpoint/2010/main" val="37413573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1 Poster Purple Header">
    <p:spTree>
      <p:nvGrpSpPr>
        <p:cNvPr id="1" name=""/>
        <p:cNvGrpSpPr/>
        <p:nvPr/>
      </p:nvGrpSpPr>
      <p:grpSpPr>
        <a:xfrm>
          <a:off x="0" y="0"/>
          <a:ext cx="0" cy="0"/>
          <a:chOff x="0" y="0"/>
          <a:chExt cx="0" cy="0"/>
        </a:xfrm>
      </p:grpSpPr>
      <p:sp>
        <p:nvSpPr>
          <p:cNvPr id="39" name="Rectangle 38">
            <a:extLst>
              <a:ext uri="{FF2B5EF4-FFF2-40B4-BE49-F238E27FC236}">
                <a16:creationId xmlns:a16="http://schemas.microsoft.com/office/drawing/2014/main" id="{21DF2155-5108-45DA-BEE8-D2E8E9E3F7E4}"/>
              </a:ext>
            </a:extLst>
          </p:cNvPr>
          <p:cNvSpPr/>
          <p:nvPr userDrawn="1"/>
        </p:nvSpPr>
        <p:spPr>
          <a:xfrm>
            <a:off x="106636" y="121840"/>
            <a:ext cx="21133364" cy="3746130"/>
          </a:xfrm>
          <a:prstGeom prst="rect">
            <a:avLst/>
          </a:prstGeom>
          <a:gradFill>
            <a:gsLst>
              <a:gs pos="0">
                <a:schemeClr val="accent1"/>
              </a:gs>
              <a:gs pos="85000">
                <a:srgbClr val="7A2884"/>
              </a:gs>
              <a:gs pos="100000">
                <a:srgbClr val="962A8B"/>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Text Placeholder 3">
            <a:extLst>
              <a:ext uri="{FF2B5EF4-FFF2-40B4-BE49-F238E27FC236}">
                <a16:creationId xmlns:a16="http://schemas.microsoft.com/office/drawing/2014/main" id="{301FA84E-7DF2-4E36-ACA2-E9547243170B}"/>
              </a:ext>
            </a:extLst>
          </p:cNvPr>
          <p:cNvSpPr>
            <a:spLocks noGrp="1"/>
          </p:cNvSpPr>
          <p:nvPr>
            <p:ph type="body" sz="quarter" idx="40" hasCustomPrompt="1"/>
          </p:nvPr>
        </p:nvSpPr>
        <p:spPr>
          <a:xfrm>
            <a:off x="7548520" y="25897817"/>
            <a:ext cx="6299200" cy="1368151"/>
          </a:xfrm>
          <a:noFill/>
        </p:spPr>
        <p:txBody>
          <a:bodyPr lIns="0" tIns="0" rIns="0" bIns="0">
            <a:noAutofit/>
          </a:bodyPr>
          <a:lstStyle>
            <a:lvl1pPr>
              <a:defRPr sz="1700" b="0">
                <a:solidFill>
                  <a:schemeClr val="tx1"/>
                </a:solidFill>
              </a:defRPr>
            </a:lvl1pPr>
            <a:lvl2pPr marL="0" indent="0">
              <a:buNone/>
              <a:defRPr/>
            </a:lvl2pPr>
          </a:lstStyle>
          <a:p>
            <a:pPr lvl="0"/>
            <a:r>
              <a:rPr lang="en-US" dirty="0"/>
              <a:t>Figure 3: [Figure caption]</a:t>
            </a:r>
          </a:p>
        </p:txBody>
      </p:sp>
      <p:sp>
        <p:nvSpPr>
          <p:cNvPr id="30" name="Text Placeholder 3">
            <a:extLst>
              <a:ext uri="{FF2B5EF4-FFF2-40B4-BE49-F238E27FC236}">
                <a16:creationId xmlns:a16="http://schemas.microsoft.com/office/drawing/2014/main" id="{CDDF1199-EC6B-41AC-B99E-F83299E4E43C}"/>
              </a:ext>
            </a:extLst>
          </p:cNvPr>
          <p:cNvSpPr>
            <a:spLocks noGrp="1"/>
          </p:cNvSpPr>
          <p:nvPr>
            <p:ph type="body" sz="quarter" idx="38" hasCustomPrompt="1"/>
          </p:nvPr>
        </p:nvSpPr>
        <p:spPr>
          <a:xfrm>
            <a:off x="611188" y="16266431"/>
            <a:ext cx="6299200" cy="1560513"/>
          </a:xfrm>
          <a:noFill/>
        </p:spPr>
        <p:txBody>
          <a:bodyPr lIns="0" tIns="0" rIns="0" bIns="0">
            <a:noAutofit/>
          </a:bodyPr>
          <a:lstStyle>
            <a:lvl1pPr>
              <a:defRPr sz="1700" b="0">
                <a:solidFill>
                  <a:schemeClr val="tx1"/>
                </a:solidFill>
              </a:defRPr>
            </a:lvl1pPr>
            <a:lvl2pPr marL="0" indent="0">
              <a:buNone/>
              <a:defRPr/>
            </a:lvl2pPr>
          </a:lstStyle>
          <a:p>
            <a:pPr lvl="0"/>
            <a:r>
              <a:rPr lang="en-US" dirty="0"/>
              <a:t>Figure 1: [Figure caption]</a:t>
            </a:r>
          </a:p>
        </p:txBody>
      </p:sp>
      <p:sp>
        <p:nvSpPr>
          <p:cNvPr id="10" name="Content Placeholder 9">
            <a:extLst>
              <a:ext uri="{FF2B5EF4-FFF2-40B4-BE49-F238E27FC236}">
                <a16:creationId xmlns:a16="http://schemas.microsoft.com/office/drawing/2014/main" id="{2DB2C94B-2557-442B-9A14-97C40CD6AB85}"/>
              </a:ext>
            </a:extLst>
          </p:cNvPr>
          <p:cNvSpPr>
            <a:spLocks noGrp="1"/>
          </p:cNvSpPr>
          <p:nvPr>
            <p:ph sz="quarter" idx="10" hasCustomPrompt="1"/>
          </p:nvPr>
        </p:nvSpPr>
        <p:spPr>
          <a:xfrm>
            <a:off x="610692" y="18788222"/>
            <a:ext cx="6300000" cy="8477746"/>
          </a:xfrm>
          <a:prstGeom prst="rect">
            <a:avLst/>
          </a:prstGeom>
          <a:noFill/>
        </p:spPr>
        <p:txBody>
          <a:bodyPr lIns="0" tIns="126000" rIns="0" bIns="126000">
            <a:normAutofit/>
          </a:bodyPr>
          <a:lstStyle>
            <a:lvl1pPr>
              <a:lnSpc>
                <a:spcPct val="100000"/>
              </a:lnSpc>
              <a:spcBef>
                <a:spcPts val="100"/>
              </a:spcBef>
              <a:defRPr lang="en-US" sz="1900" dirty="0"/>
            </a:lvl1pPr>
            <a:lvl2pPr>
              <a:lnSpc>
                <a:spcPct val="100000"/>
              </a:lnSpc>
              <a:spcBef>
                <a:spcPts val="100"/>
              </a:spcBef>
              <a:defRPr lang="en-US" sz="1900" dirty="0"/>
            </a:lvl2pPr>
            <a:lvl3pPr>
              <a:lnSpc>
                <a:spcPct val="100000"/>
              </a:lnSpc>
              <a:spcBef>
                <a:spcPts val="100"/>
              </a:spcBef>
              <a:defRPr lang="en-US" sz="1900" dirty="0"/>
            </a:lvl3pPr>
            <a:lvl4pPr>
              <a:lnSpc>
                <a:spcPct val="100000"/>
              </a:lnSpc>
              <a:spcBef>
                <a:spcPts val="600"/>
              </a:spcBef>
              <a:defRPr lang="en-US" dirty="0"/>
            </a:lvl4pPr>
            <a:lvl5pPr>
              <a:lnSpc>
                <a:spcPct val="100000"/>
              </a:lnSpc>
              <a:spcBef>
                <a:spcPts val="600"/>
              </a:spcBef>
              <a:defRPr lang="en-US" dirty="0"/>
            </a:lvl5pPr>
            <a:lvl6pPr>
              <a:spcBef>
                <a:spcPts val="600"/>
              </a:spcBef>
              <a:spcAft>
                <a:spcPts val="600"/>
              </a:spcAft>
              <a:defRPr lang="en-US" dirty="0"/>
            </a:lvl6pPr>
            <a:lvl7pPr>
              <a:spcBef>
                <a:spcPts val="600"/>
              </a:spcBef>
              <a:spcAft>
                <a:spcPts val="600"/>
              </a:spcAft>
              <a:defRPr lang="en-US" dirty="0"/>
            </a:lvl7pPr>
            <a:lvl8pPr>
              <a:spcBef>
                <a:spcPts val="600"/>
              </a:spcBef>
              <a:spcAft>
                <a:spcPts val="600"/>
              </a:spcAft>
              <a:defRPr lang="en-US" dirty="0"/>
            </a:lvl8pPr>
            <a:lvl9pPr>
              <a:spcBef>
                <a:spcPts val="600"/>
              </a:spcBef>
              <a:spcAft>
                <a:spcPts val="600"/>
              </a:spcAft>
              <a:defRPr lang="en-US" dirty="0"/>
            </a:lvl9pPr>
          </a:lstStyle>
          <a:p>
            <a:pPr lvl="0"/>
            <a:r>
              <a:rPr lang="en-US" dirty="0"/>
              <a:t>[Enter text/content]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
        <p:nvSpPr>
          <p:cNvPr id="18" name="Text Placeholder 15">
            <a:extLst>
              <a:ext uri="{FF2B5EF4-FFF2-40B4-BE49-F238E27FC236}">
                <a16:creationId xmlns:a16="http://schemas.microsoft.com/office/drawing/2014/main" id="{38D4DD99-3B01-4082-8203-F8BD7D3A2F57}"/>
              </a:ext>
            </a:extLst>
          </p:cNvPr>
          <p:cNvSpPr>
            <a:spLocks noGrp="1"/>
          </p:cNvSpPr>
          <p:nvPr>
            <p:ph type="body" sz="quarter" idx="19" hasCustomPrompt="1"/>
          </p:nvPr>
        </p:nvSpPr>
        <p:spPr>
          <a:xfrm>
            <a:off x="610692" y="2699272"/>
            <a:ext cx="20160000" cy="276999"/>
          </a:xfrm>
        </p:spPr>
        <p:txBody>
          <a:bodyPr>
            <a:spAutoFit/>
          </a:bodyPr>
          <a:lstStyle>
            <a:lvl1pPr algn="l" rtl="0">
              <a:lnSpc>
                <a:spcPct val="100000"/>
              </a:lnSpc>
              <a:spcBef>
                <a:spcPts val="300"/>
              </a:spcBef>
              <a:spcAft>
                <a:spcPts val="300"/>
              </a:spcAft>
              <a:defRPr lang="en-US" sz="1800" b="0" i="0" baseline="0" dirty="0">
                <a:solidFill>
                  <a:schemeClr val="bg1"/>
                </a:solidFill>
              </a:defRPr>
            </a:lvl1pPr>
          </a:lstStyle>
          <a:p>
            <a:pPr rtl="0"/>
            <a:r>
              <a:rPr lang="en-AU" dirty="0"/>
              <a:t>[References]</a:t>
            </a:r>
            <a:endParaRPr lang="en-US" dirty="0"/>
          </a:p>
        </p:txBody>
      </p:sp>
      <p:sp>
        <p:nvSpPr>
          <p:cNvPr id="2" name="Title 1">
            <a:extLst>
              <a:ext uri="{FF2B5EF4-FFF2-40B4-BE49-F238E27FC236}">
                <a16:creationId xmlns:a16="http://schemas.microsoft.com/office/drawing/2014/main" id="{E71B3F32-96A2-4679-84A4-F12397FCFF02}"/>
              </a:ext>
            </a:extLst>
          </p:cNvPr>
          <p:cNvSpPr>
            <a:spLocks noGrp="1"/>
          </p:cNvSpPr>
          <p:nvPr>
            <p:ph type="title"/>
          </p:nvPr>
        </p:nvSpPr>
        <p:spPr>
          <a:xfrm>
            <a:off x="610692" y="539032"/>
            <a:ext cx="20160000" cy="707886"/>
          </a:xfrm>
        </p:spPr>
        <p:txBody>
          <a:bodyPr/>
          <a:lstStyle>
            <a:lvl1pPr>
              <a:defRPr>
                <a:solidFill>
                  <a:schemeClr val="bg1"/>
                </a:solidFill>
              </a:defRPr>
            </a:lvl1pPr>
          </a:lstStyle>
          <a:p>
            <a:r>
              <a:rPr lang="en-US" dirty="0"/>
              <a:t>Click to edit Master title style</a:t>
            </a:r>
            <a:endParaRPr lang="en-AU" dirty="0"/>
          </a:p>
        </p:txBody>
      </p:sp>
      <p:sp>
        <p:nvSpPr>
          <p:cNvPr id="11" name="Text Placeholder 15">
            <a:extLst>
              <a:ext uri="{FF2B5EF4-FFF2-40B4-BE49-F238E27FC236}">
                <a16:creationId xmlns:a16="http://schemas.microsoft.com/office/drawing/2014/main" id="{A10BA14E-C836-42CB-8468-CD4BE60EA406}"/>
              </a:ext>
            </a:extLst>
          </p:cNvPr>
          <p:cNvSpPr>
            <a:spLocks noGrp="1"/>
          </p:cNvSpPr>
          <p:nvPr>
            <p:ph type="body" sz="quarter" idx="20" hasCustomPrompt="1"/>
          </p:nvPr>
        </p:nvSpPr>
        <p:spPr>
          <a:xfrm>
            <a:off x="610692" y="2104159"/>
            <a:ext cx="20160000" cy="430887"/>
          </a:xfrm>
        </p:spPr>
        <p:txBody>
          <a:bodyPr anchor="t">
            <a:spAutoFit/>
          </a:bodyPr>
          <a:lstStyle>
            <a:lvl1pPr algn="l">
              <a:lnSpc>
                <a:spcPct val="100000"/>
              </a:lnSpc>
              <a:spcBef>
                <a:spcPts val="0"/>
              </a:spcBef>
              <a:spcAft>
                <a:spcPts val="0"/>
              </a:spcAft>
              <a:defRPr sz="2800" b="1">
                <a:solidFill>
                  <a:schemeClr val="bg1"/>
                </a:solidFill>
              </a:defRPr>
            </a:lvl1pPr>
          </a:lstStyle>
          <a:p>
            <a:pPr lvl="0"/>
            <a:r>
              <a:rPr lang="en-AU" dirty="0"/>
              <a:t>[Subtitle]</a:t>
            </a:r>
          </a:p>
        </p:txBody>
      </p:sp>
      <p:sp>
        <p:nvSpPr>
          <p:cNvPr id="4" name="Text Placeholder 3">
            <a:extLst>
              <a:ext uri="{FF2B5EF4-FFF2-40B4-BE49-F238E27FC236}">
                <a16:creationId xmlns:a16="http://schemas.microsoft.com/office/drawing/2014/main" id="{463BEAD4-D512-4292-B52C-BB5F9C1ACBE8}"/>
              </a:ext>
            </a:extLst>
          </p:cNvPr>
          <p:cNvSpPr>
            <a:spLocks noGrp="1"/>
          </p:cNvSpPr>
          <p:nvPr>
            <p:ph type="body" sz="quarter" idx="22" hasCustomPrompt="1"/>
          </p:nvPr>
        </p:nvSpPr>
        <p:spPr>
          <a:xfrm>
            <a:off x="611188" y="18240375"/>
            <a:ext cx="6299200" cy="547164"/>
          </a:xfrm>
          <a:noFill/>
        </p:spPr>
        <p:txBody>
          <a:bodyPr lIns="0" tIns="97200" rIns="0" bIns="97200">
            <a:spAutoFit/>
          </a:bodyPr>
          <a:lstStyle>
            <a:lvl1pPr>
              <a:defRPr sz="2400" b="1">
                <a:solidFill>
                  <a:schemeClr val="accent1"/>
                </a:solidFill>
              </a:defRPr>
            </a:lvl1pPr>
            <a:lvl2pPr marL="0" indent="0">
              <a:buNone/>
              <a:defRPr/>
            </a:lvl2pPr>
          </a:lstStyle>
          <a:p>
            <a:pPr lvl="0"/>
            <a:r>
              <a:rPr lang="en-US" dirty="0"/>
              <a:t>[Heading text]</a:t>
            </a:r>
          </a:p>
        </p:txBody>
      </p:sp>
      <p:sp>
        <p:nvSpPr>
          <p:cNvPr id="6" name="Picture Placeholder 5">
            <a:extLst>
              <a:ext uri="{FF2B5EF4-FFF2-40B4-BE49-F238E27FC236}">
                <a16:creationId xmlns:a16="http://schemas.microsoft.com/office/drawing/2014/main" id="{9B3572B5-A107-45E1-B8C4-724786A9B934}"/>
              </a:ext>
            </a:extLst>
          </p:cNvPr>
          <p:cNvSpPr>
            <a:spLocks noGrp="1"/>
          </p:cNvSpPr>
          <p:nvPr>
            <p:ph type="pic" sz="quarter" idx="24" hasCustomPrompt="1"/>
          </p:nvPr>
        </p:nvSpPr>
        <p:spPr>
          <a:xfrm>
            <a:off x="7548520" y="4048125"/>
            <a:ext cx="13221676" cy="8527628"/>
          </a:xfrm>
          <a:solidFill>
            <a:srgbClr val="D7D1CC"/>
          </a:solidFill>
        </p:spPr>
        <p:txBody>
          <a:bodyPr anchor="ctr"/>
          <a:lstStyle>
            <a:lvl1pPr algn="ctr">
              <a:lnSpc>
                <a:spcPct val="100000"/>
              </a:lnSpc>
              <a:spcBef>
                <a:spcPts val="0"/>
              </a:spcBef>
              <a:spcAft>
                <a:spcPts val="0"/>
              </a:spcAft>
              <a:defRPr/>
            </a:lvl1pPr>
          </a:lstStyle>
          <a:p>
            <a:r>
              <a:rPr lang="en-AU" dirty="0"/>
              <a:t>Click icon to insert pic</a:t>
            </a:r>
            <a:br>
              <a:rPr lang="en-AU" dirty="0"/>
            </a:br>
            <a:br>
              <a:rPr lang="en-AU" dirty="0"/>
            </a:br>
            <a:br>
              <a:rPr lang="en-AU" dirty="0"/>
            </a:br>
            <a:endParaRPr lang="en-AU" dirty="0"/>
          </a:p>
        </p:txBody>
      </p:sp>
      <p:sp>
        <p:nvSpPr>
          <p:cNvPr id="15" name="Content Placeholder 9">
            <a:extLst>
              <a:ext uri="{FF2B5EF4-FFF2-40B4-BE49-F238E27FC236}">
                <a16:creationId xmlns:a16="http://schemas.microsoft.com/office/drawing/2014/main" id="{917A8D9B-14C2-4EF9-B4A1-2B35C1B458CD}"/>
              </a:ext>
            </a:extLst>
          </p:cNvPr>
          <p:cNvSpPr>
            <a:spLocks noGrp="1"/>
          </p:cNvSpPr>
          <p:nvPr>
            <p:ph sz="quarter" idx="25" hasCustomPrompt="1"/>
          </p:nvPr>
        </p:nvSpPr>
        <p:spPr>
          <a:xfrm>
            <a:off x="610692" y="4631592"/>
            <a:ext cx="6300000" cy="5897502"/>
          </a:xfrm>
          <a:prstGeom prst="rect">
            <a:avLst/>
          </a:prstGeom>
          <a:noFill/>
        </p:spPr>
        <p:txBody>
          <a:bodyPr lIns="0" tIns="126000" rIns="0" bIns="126000">
            <a:normAutofit/>
          </a:bodyPr>
          <a:lstStyle>
            <a:lvl1pPr>
              <a:lnSpc>
                <a:spcPct val="100000"/>
              </a:lnSpc>
              <a:spcBef>
                <a:spcPts val="100"/>
              </a:spcBef>
              <a:defRPr lang="en-US" sz="1900" dirty="0"/>
            </a:lvl1pPr>
            <a:lvl2pPr>
              <a:lnSpc>
                <a:spcPct val="100000"/>
              </a:lnSpc>
              <a:spcBef>
                <a:spcPts val="100"/>
              </a:spcBef>
              <a:defRPr lang="en-US" sz="1900" dirty="0"/>
            </a:lvl2pPr>
            <a:lvl3pPr>
              <a:lnSpc>
                <a:spcPct val="100000"/>
              </a:lnSpc>
              <a:spcBef>
                <a:spcPts val="100"/>
              </a:spcBef>
              <a:defRPr lang="en-US" sz="1900" dirty="0"/>
            </a:lvl3pPr>
            <a:lvl4pPr marL="270000" indent="0">
              <a:lnSpc>
                <a:spcPct val="100000"/>
              </a:lnSpc>
              <a:spcBef>
                <a:spcPts val="600"/>
              </a:spcBef>
              <a:tabLst/>
              <a:defRPr lang="en-US" dirty="0"/>
            </a:lvl4pPr>
            <a:lvl5pPr>
              <a:lnSpc>
                <a:spcPct val="100000"/>
              </a:lnSpc>
              <a:spcBef>
                <a:spcPts val="600"/>
              </a:spcBef>
              <a:defRPr lang="en-US" dirty="0"/>
            </a:lvl5pPr>
            <a:lvl6pPr>
              <a:spcBef>
                <a:spcPts val="600"/>
              </a:spcBef>
              <a:spcAft>
                <a:spcPts val="600"/>
              </a:spcAft>
              <a:defRPr lang="en-US" dirty="0"/>
            </a:lvl6pPr>
            <a:lvl7pPr>
              <a:spcBef>
                <a:spcPts val="600"/>
              </a:spcBef>
              <a:spcAft>
                <a:spcPts val="600"/>
              </a:spcAft>
              <a:defRPr lang="en-US" dirty="0"/>
            </a:lvl7pPr>
            <a:lvl8pPr>
              <a:spcBef>
                <a:spcPts val="600"/>
              </a:spcBef>
              <a:spcAft>
                <a:spcPts val="600"/>
              </a:spcAft>
              <a:defRPr lang="en-US" dirty="0"/>
            </a:lvl8pPr>
            <a:lvl9pPr>
              <a:spcBef>
                <a:spcPts val="600"/>
              </a:spcBef>
              <a:spcAft>
                <a:spcPts val="600"/>
              </a:spcAft>
              <a:defRPr lang="en-US" dirty="0"/>
            </a:lvl9pPr>
          </a:lstStyle>
          <a:p>
            <a:pPr lvl="0"/>
            <a:r>
              <a:rPr lang="en-US" dirty="0"/>
              <a:t>[Enter text/content]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3">
            <a:extLst>
              <a:ext uri="{FF2B5EF4-FFF2-40B4-BE49-F238E27FC236}">
                <a16:creationId xmlns:a16="http://schemas.microsoft.com/office/drawing/2014/main" id="{12C23EDD-933E-499B-A2BA-6FE387C53BF6}"/>
              </a:ext>
            </a:extLst>
          </p:cNvPr>
          <p:cNvSpPr>
            <a:spLocks noGrp="1"/>
          </p:cNvSpPr>
          <p:nvPr>
            <p:ph type="body" sz="quarter" idx="26" hasCustomPrompt="1"/>
          </p:nvPr>
        </p:nvSpPr>
        <p:spPr>
          <a:xfrm>
            <a:off x="611188" y="4083745"/>
            <a:ext cx="6299200" cy="547164"/>
          </a:xfrm>
          <a:noFill/>
        </p:spPr>
        <p:txBody>
          <a:bodyPr lIns="0" tIns="97200" rIns="0" bIns="97200">
            <a:spAutoFit/>
          </a:bodyPr>
          <a:lstStyle>
            <a:lvl1pPr>
              <a:defRPr sz="2400" b="1">
                <a:solidFill>
                  <a:schemeClr val="accent1"/>
                </a:solidFill>
              </a:defRPr>
            </a:lvl1pPr>
            <a:lvl2pPr marL="0" indent="0">
              <a:buNone/>
              <a:defRPr/>
            </a:lvl2pPr>
          </a:lstStyle>
          <a:p>
            <a:pPr lvl="0"/>
            <a:r>
              <a:rPr lang="en-US" dirty="0"/>
              <a:t>[Heading text]</a:t>
            </a:r>
          </a:p>
        </p:txBody>
      </p:sp>
      <p:sp>
        <p:nvSpPr>
          <p:cNvPr id="17" name="Content Placeholder 9">
            <a:extLst>
              <a:ext uri="{FF2B5EF4-FFF2-40B4-BE49-F238E27FC236}">
                <a16:creationId xmlns:a16="http://schemas.microsoft.com/office/drawing/2014/main" id="{3F0996FF-D92C-4EA6-938C-E7F162ABD7E9}"/>
              </a:ext>
            </a:extLst>
          </p:cNvPr>
          <p:cNvSpPr>
            <a:spLocks noGrp="1"/>
          </p:cNvSpPr>
          <p:nvPr>
            <p:ph sz="quarter" idx="27" hasCustomPrompt="1"/>
          </p:nvPr>
        </p:nvSpPr>
        <p:spPr>
          <a:xfrm>
            <a:off x="7548520" y="16266431"/>
            <a:ext cx="6300000" cy="2363295"/>
          </a:xfrm>
          <a:prstGeom prst="rect">
            <a:avLst/>
          </a:prstGeom>
          <a:noFill/>
        </p:spPr>
        <p:txBody>
          <a:bodyPr lIns="0" tIns="126000" rIns="0" bIns="126000">
            <a:normAutofit/>
          </a:bodyPr>
          <a:lstStyle>
            <a:lvl1pPr>
              <a:lnSpc>
                <a:spcPct val="100000"/>
              </a:lnSpc>
              <a:spcBef>
                <a:spcPts val="100"/>
              </a:spcBef>
              <a:defRPr lang="en-US" sz="1900" dirty="0"/>
            </a:lvl1pPr>
            <a:lvl2pPr>
              <a:lnSpc>
                <a:spcPct val="100000"/>
              </a:lnSpc>
              <a:spcBef>
                <a:spcPts val="100"/>
              </a:spcBef>
              <a:defRPr lang="en-US" sz="1900" dirty="0"/>
            </a:lvl2pPr>
            <a:lvl3pPr>
              <a:lnSpc>
                <a:spcPct val="100000"/>
              </a:lnSpc>
              <a:spcBef>
                <a:spcPts val="100"/>
              </a:spcBef>
              <a:defRPr lang="en-US" sz="1900" dirty="0"/>
            </a:lvl3pPr>
            <a:lvl4pPr>
              <a:lnSpc>
                <a:spcPct val="100000"/>
              </a:lnSpc>
              <a:spcBef>
                <a:spcPts val="600"/>
              </a:spcBef>
              <a:defRPr lang="en-US" dirty="0"/>
            </a:lvl4pPr>
            <a:lvl5pPr>
              <a:lnSpc>
                <a:spcPct val="100000"/>
              </a:lnSpc>
              <a:spcBef>
                <a:spcPts val="600"/>
              </a:spcBef>
              <a:defRPr lang="en-US" dirty="0"/>
            </a:lvl5pPr>
            <a:lvl6pPr>
              <a:spcBef>
                <a:spcPts val="600"/>
              </a:spcBef>
              <a:spcAft>
                <a:spcPts val="600"/>
              </a:spcAft>
              <a:defRPr lang="en-US" dirty="0"/>
            </a:lvl6pPr>
            <a:lvl7pPr>
              <a:spcBef>
                <a:spcPts val="600"/>
              </a:spcBef>
              <a:spcAft>
                <a:spcPts val="600"/>
              </a:spcAft>
              <a:defRPr lang="en-US" dirty="0"/>
            </a:lvl7pPr>
            <a:lvl8pPr>
              <a:spcBef>
                <a:spcPts val="600"/>
              </a:spcBef>
              <a:spcAft>
                <a:spcPts val="600"/>
              </a:spcAft>
              <a:defRPr lang="en-US" dirty="0"/>
            </a:lvl8pPr>
            <a:lvl9pPr>
              <a:spcBef>
                <a:spcPts val="600"/>
              </a:spcBef>
              <a:spcAft>
                <a:spcPts val="600"/>
              </a:spcAft>
              <a:defRPr lang="en-US" dirty="0"/>
            </a:lvl9pPr>
          </a:lstStyle>
          <a:p>
            <a:pPr lvl="0"/>
            <a:r>
              <a:rPr lang="en-US" dirty="0"/>
              <a:t>[Enter text/content]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Text Placeholder 3">
            <a:extLst>
              <a:ext uri="{FF2B5EF4-FFF2-40B4-BE49-F238E27FC236}">
                <a16:creationId xmlns:a16="http://schemas.microsoft.com/office/drawing/2014/main" id="{21BA83C2-8E32-4485-BCE0-1DEBBC6A39DF}"/>
              </a:ext>
            </a:extLst>
          </p:cNvPr>
          <p:cNvSpPr>
            <a:spLocks noGrp="1"/>
          </p:cNvSpPr>
          <p:nvPr>
            <p:ph type="body" sz="quarter" idx="28" hasCustomPrompt="1"/>
          </p:nvPr>
        </p:nvSpPr>
        <p:spPr>
          <a:xfrm>
            <a:off x="7548520" y="14547028"/>
            <a:ext cx="6300000" cy="547164"/>
          </a:xfrm>
          <a:noFill/>
        </p:spPr>
        <p:txBody>
          <a:bodyPr lIns="0" tIns="97200" rIns="0" bIns="97200">
            <a:spAutoFit/>
          </a:bodyPr>
          <a:lstStyle>
            <a:lvl1pPr>
              <a:defRPr sz="2400" b="1">
                <a:solidFill>
                  <a:schemeClr val="accent1"/>
                </a:solidFill>
              </a:defRPr>
            </a:lvl1pPr>
            <a:lvl2pPr marL="0" indent="0">
              <a:buNone/>
              <a:defRPr/>
            </a:lvl2pPr>
          </a:lstStyle>
          <a:p>
            <a:pPr lvl="0"/>
            <a:r>
              <a:rPr lang="en-US" dirty="0"/>
              <a:t>[Heading text]</a:t>
            </a:r>
          </a:p>
        </p:txBody>
      </p:sp>
      <p:sp>
        <p:nvSpPr>
          <p:cNvPr id="20" name="Text Placeholder 3">
            <a:extLst>
              <a:ext uri="{FF2B5EF4-FFF2-40B4-BE49-F238E27FC236}">
                <a16:creationId xmlns:a16="http://schemas.microsoft.com/office/drawing/2014/main" id="{68307EC0-D6C4-47F3-A40C-ACED0037F85D}"/>
              </a:ext>
            </a:extLst>
          </p:cNvPr>
          <p:cNvSpPr>
            <a:spLocks noGrp="1"/>
          </p:cNvSpPr>
          <p:nvPr>
            <p:ph type="body" sz="quarter" idx="29" hasCustomPrompt="1"/>
          </p:nvPr>
        </p:nvSpPr>
        <p:spPr>
          <a:xfrm>
            <a:off x="7548520" y="15109140"/>
            <a:ext cx="6300000" cy="1148184"/>
          </a:xfrm>
          <a:gradFill flip="none" rotWithShape="1">
            <a:gsLst>
              <a:gs pos="0">
                <a:schemeClr val="accent1"/>
              </a:gs>
              <a:gs pos="85000">
                <a:srgbClr val="7A2884"/>
              </a:gs>
              <a:gs pos="100000">
                <a:srgbClr val="962A8B"/>
              </a:gs>
            </a:gsLst>
            <a:lin ang="0" scaled="1"/>
            <a:tileRect/>
          </a:gradFill>
        </p:spPr>
        <p:txBody>
          <a:bodyPr lIns="180000" tIns="90000" rIns="180000" bIns="90000" anchor="ctr">
            <a:noAutofit/>
          </a:bodyPr>
          <a:lstStyle>
            <a:lvl1pPr>
              <a:defRPr sz="2800" b="1">
                <a:solidFill>
                  <a:schemeClr val="bg1"/>
                </a:solidFill>
              </a:defRPr>
            </a:lvl1pPr>
            <a:lvl2pPr marL="0" indent="0">
              <a:buNone/>
              <a:defRPr/>
            </a:lvl2pPr>
          </a:lstStyle>
          <a:p>
            <a:pPr lvl="0"/>
            <a:r>
              <a:rPr lang="en-US" dirty="0"/>
              <a:t>[Feature text]</a:t>
            </a:r>
          </a:p>
        </p:txBody>
      </p:sp>
      <p:sp>
        <p:nvSpPr>
          <p:cNvPr id="21" name="Content Placeholder 9">
            <a:extLst>
              <a:ext uri="{FF2B5EF4-FFF2-40B4-BE49-F238E27FC236}">
                <a16:creationId xmlns:a16="http://schemas.microsoft.com/office/drawing/2014/main" id="{5052BB6F-902B-439C-9DB2-8A155C4F673D}"/>
              </a:ext>
            </a:extLst>
          </p:cNvPr>
          <p:cNvSpPr>
            <a:spLocks noGrp="1"/>
          </p:cNvSpPr>
          <p:nvPr>
            <p:ph sz="quarter" idx="30" hasCustomPrompt="1"/>
          </p:nvPr>
        </p:nvSpPr>
        <p:spPr>
          <a:xfrm>
            <a:off x="14472438" y="16257324"/>
            <a:ext cx="6300000" cy="3776826"/>
          </a:xfrm>
          <a:prstGeom prst="rect">
            <a:avLst/>
          </a:prstGeom>
          <a:noFill/>
        </p:spPr>
        <p:txBody>
          <a:bodyPr lIns="0" tIns="126000" rIns="0" bIns="126000">
            <a:normAutofit/>
          </a:bodyPr>
          <a:lstStyle>
            <a:lvl1pPr>
              <a:lnSpc>
                <a:spcPct val="100000"/>
              </a:lnSpc>
              <a:spcBef>
                <a:spcPts val="100"/>
              </a:spcBef>
              <a:defRPr lang="en-US" sz="1900" dirty="0"/>
            </a:lvl1pPr>
            <a:lvl2pPr>
              <a:lnSpc>
                <a:spcPct val="100000"/>
              </a:lnSpc>
              <a:spcBef>
                <a:spcPts val="100"/>
              </a:spcBef>
              <a:defRPr lang="en-US" sz="1900" dirty="0"/>
            </a:lvl2pPr>
            <a:lvl3pPr>
              <a:lnSpc>
                <a:spcPct val="100000"/>
              </a:lnSpc>
              <a:spcBef>
                <a:spcPts val="100"/>
              </a:spcBef>
              <a:defRPr lang="en-US" sz="1900" dirty="0"/>
            </a:lvl3pPr>
            <a:lvl4pPr>
              <a:lnSpc>
                <a:spcPct val="100000"/>
              </a:lnSpc>
              <a:spcBef>
                <a:spcPts val="600"/>
              </a:spcBef>
              <a:defRPr lang="en-US" dirty="0"/>
            </a:lvl4pPr>
            <a:lvl5pPr>
              <a:lnSpc>
                <a:spcPct val="100000"/>
              </a:lnSpc>
              <a:spcBef>
                <a:spcPts val="600"/>
              </a:spcBef>
              <a:defRPr lang="en-US" dirty="0"/>
            </a:lvl5pPr>
            <a:lvl6pPr>
              <a:spcBef>
                <a:spcPts val="600"/>
              </a:spcBef>
              <a:spcAft>
                <a:spcPts val="600"/>
              </a:spcAft>
              <a:defRPr lang="en-US" dirty="0"/>
            </a:lvl6pPr>
            <a:lvl7pPr>
              <a:spcBef>
                <a:spcPts val="600"/>
              </a:spcBef>
              <a:spcAft>
                <a:spcPts val="600"/>
              </a:spcAft>
              <a:defRPr lang="en-US" dirty="0"/>
            </a:lvl7pPr>
            <a:lvl8pPr>
              <a:spcBef>
                <a:spcPts val="600"/>
              </a:spcBef>
              <a:spcAft>
                <a:spcPts val="600"/>
              </a:spcAft>
              <a:defRPr lang="en-US" dirty="0"/>
            </a:lvl8pPr>
            <a:lvl9pPr>
              <a:spcBef>
                <a:spcPts val="600"/>
              </a:spcBef>
              <a:spcAft>
                <a:spcPts val="600"/>
              </a:spcAft>
              <a:defRPr lang="en-US" dirty="0"/>
            </a:lvl9pPr>
          </a:lstStyle>
          <a:p>
            <a:pPr lvl="0"/>
            <a:r>
              <a:rPr lang="en-US" dirty="0"/>
              <a:t>[Enter text/content]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3" name="Picture Placeholder 5">
            <a:extLst>
              <a:ext uri="{FF2B5EF4-FFF2-40B4-BE49-F238E27FC236}">
                <a16:creationId xmlns:a16="http://schemas.microsoft.com/office/drawing/2014/main" id="{84FBFEDF-8755-4CEB-AA17-B049ED246C14}"/>
              </a:ext>
            </a:extLst>
          </p:cNvPr>
          <p:cNvSpPr>
            <a:spLocks noGrp="1"/>
          </p:cNvSpPr>
          <p:nvPr>
            <p:ph type="pic" sz="quarter" idx="32" hasCustomPrompt="1"/>
          </p:nvPr>
        </p:nvSpPr>
        <p:spPr>
          <a:xfrm>
            <a:off x="610692" y="11038860"/>
            <a:ext cx="6300000" cy="5004000"/>
          </a:xfrm>
          <a:solidFill>
            <a:srgbClr val="D7D1CC"/>
          </a:solidFill>
        </p:spPr>
        <p:txBody>
          <a:bodyPr anchor="ctr"/>
          <a:lstStyle>
            <a:lvl1pPr algn="ctr">
              <a:lnSpc>
                <a:spcPct val="100000"/>
              </a:lnSpc>
              <a:spcBef>
                <a:spcPts val="0"/>
              </a:spcBef>
              <a:spcAft>
                <a:spcPts val="0"/>
              </a:spcAft>
              <a:defRPr/>
            </a:lvl1pPr>
          </a:lstStyle>
          <a:p>
            <a:r>
              <a:rPr lang="en-AU" dirty="0"/>
              <a:t>Click icon to insert pic</a:t>
            </a:r>
            <a:br>
              <a:rPr lang="en-AU" dirty="0"/>
            </a:br>
            <a:br>
              <a:rPr lang="en-AU" dirty="0"/>
            </a:br>
            <a:br>
              <a:rPr lang="en-AU" dirty="0"/>
            </a:br>
            <a:endParaRPr lang="en-AU" dirty="0"/>
          </a:p>
        </p:txBody>
      </p:sp>
      <p:sp>
        <p:nvSpPr>
          <p:cNvPr id="25" name="Picture Placeholder 5">
            <a:extLst>
              <a:ext uri="{FF2B5EF4-FFF2-40B4-BE49-F238E27FC236}">
                <a16:creationId xmlns:a16="http://schemas.microsoft.com/office/drawing/2014/main" id="{0693EAD1-462A-4ECC-9C4A-DDBEE428150D}"/>
              </a:ext>
            </a:extLst>
          </p:cNvPr>
          <p:cNvSpPr>
            <a:spLocks noGrp="1"/>
          </p:cNvSpPr>
          <p:nvPr>
            <p:ph type="pic" sz="quarter" idx="34" hasCustomPrompt="1"/>
          </p:nvPr>
        </p:nvSpPr>
        <p:spPr>
          <a:xfrm>
            <a:off x="7548520" y="19192260"/>
            <a:ext cx="6300000" cy="6458514"/>
          </a:xfrm>
          <a:solidFill>
            <a:srgbClr val="D7D1CC"/>
          </a:solidFill>
        </p:spPr>
        <p:txBody>
          <a:bodyPr anchor="ctr"/>
          <a:lstStyle>
            <a:lvl1pPr algn="ctr">
              <a:lnSpc>
                <a:spcPct val="100000"/>
              </a:lnSpc>
              <a:spcBef>
                <a:spcPts val="0"/>
              </a:spcBef>
              <a:spcAft>
                <a:spcPts val="0"/>
              </a:spcAft>
              <a:defRPr/>
            </a:lvl1pPr>
          </a:lstStyle>
          <a:p>
            <a:r>
              <a:rPr lang="en-AU" dirty="0"/>
              <a:t>Click icon to insert pic</a:t>
            </a:r>
            <a:br>
              <a:rPr lang="en-AU" dirty="0"/>
            </a:br>
            <a:br>
              <a:rPr lang="en-AU" dirty="0"/>
            </a:br>
            <a:br>
              <a:rPr lang="en-AU" dirty="0"/>
            </a:br>
            <a:endParaRPr lang="en-AU" dirty="0"/>
          </a:p>
        </p:txBody>
      </p:sp>
      <p:sp>
        <p:nvSpPr>
          <p:cNvPr id="28" name="Content Placeholder 9">
            <a:extLst>
              <a:ext uri="{FF2B5EF4-FFF2-40B4-BE49-F238E27FC236}">
                <a16:creationId xmlns:a16="http://schemas.microsoft.com/office/drawing/2014/main" id="{07222DC4-ED65-41BA-9AE9-3AB068E3D93C}"/>
              </a:ext>
            </a:extLst>
          </p:cNvPr>
          <p:cNvSpPr>
            <a:spLocks noGrp="1"/>
          </p:cNvSpPr>
          <p:nvPr>
            <p:ph sz="quarter" idx="36" hasCustomPrompt="1"/>
          </p:nvPr>
        </p:nvSpPr>
        <p:spPr>
          <a:xfrm>
            <a:off x="14472438" y="21226621"/>
            <a:ext cx="6300000" cy="6039347"/>
          </a:xfrm>
          <a:prstGeom prst="rect">
            <a:avLst/>
          </a:prstGeom>
          <a:noFill/>
        </p:spPr>
        <p:txBody>
          <a:bodyPr lIns="0" tIns="126000" rIns="0" bIns="126000">
            <a:normAutofit/>
          </a:bodyPr>
          <a:lstStyle>
            <a:lvl1pPr>
              <a:lnSpc>
                <a:spcPct val="100000"/>
              </a:lnSpc>
              <a:spcBef>
                <a:spcPts val="100"/>
              </a:spcBef>
              <a:defRPr lang="en-US" sz="1900" dirty="0"/>
            </a:lvl1pPr>
            <a:lvl2pPr>
              <a:lnSpc>
                <a:spcPct val="100000"/>
              </a:lnSpc>
              <a:spcBef>
                <a:spcPts val="100"/>
              </a:spcBef>
              <a:defRPr lang="en-US" sz="1900" dirty="0"/>
            </a:lvl2pPr>
            <a:lvl3pPr>
              <a:lnSpc>
                <a:spcPct val="100000"/>
              </a:lnSpc>
              <a:spcBef>
                <a:spcPts val="100"/>
              </a:spcBef>
              <a:defRPr lang="en-US" sz="1900" dirty="0"/>
            </a:lvl3pPr>
            <a:lvl4pPr>
              <a:lnSpc>
                <a:spcPct val="100000"/>
              </a:lnSpc>
              <a:spcBef>
                <a:spcPts val="600"/>
              </a:spcBef>
              <a:defRPr lang="en-US" dirty="0"/>
            </a:lvl4pPr>
            <a:lvl5pPr>
              <a:lnSpc>
                <a:spcPct val="100000"/>
              </a:lnSpc>
              <a:spcBef>
                <a:spcPts val="600"/>
              </a:spcBef>
              <a:defRPr lang="en-US" dirty="0"/>
            </a:lvl5pPr>
            <a:lvl6pPr>
              <a:spcBef>
                <a:spcPts val="600"/>
              </a:spcBef>
              <a:spcAft>
                <a:spcPts val="600"/>
              </a:spcAft>
              <a:defRPr lang="en-US" dirty="0"/>
            </a:lvl6pPr>
            <a:lvl7pPr>
              <a:spcBef>
                <a:spcPts val="600"/>
              </a:spcBef>
              <a:spcAft>
                <a:spcPts val="600"/>
              </a:spcAft>
              <a:defRPr lang="en-US" dirty="0"/>
            </a:lvl7pPr>
            <a:lvl8pPr>
              <a:spcBef>
                <a:spcPts val="600"/>
              </a:spcBef>
              <a:spcAft>
                <a:spcPts val="600"/>
              </a:spcAft>
              <a:defRPr lang="en-US" dirty="0"/>
            </a:lvl8pPr>
            <a:lvl9pPr>
              <a:spcBef>
                <a:spcPts val="600"/>
              </a:spcBef>
              <a:spcAft>
                <a:spcPts val="600"/>
              </a:spcAft>
              <a:defRPr lang="en-US" dirty="0"/>
            </a:lvl9pPr>
          </a:lstStyle>
          <a:p>
            <a:pPr lvl="0"/>
            <a:r>
              <a:rPr lang="en-US" dirty="0"/>
              <a:t>[Enter text/content]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
        <p:nvSpPr>
          <p:cNvPr id="29" name="Text Placeholder 3">
            <a:extLst>
              <a:ext uri="{FF2B5EF4-FFF2-40B4-BE49-F238E27FC236}">
                <a16:creationId xmlns:a16="http://schemas.microsoft.com/office/drawing/2014/main" id="{73DB9632-6B58-4B85-BAF1-CD327B3366E1}"/>
              </a:ext>
            </a:extLst>
          </p:cNvPr>
          <p:cNvSpPr>
            <a:spLocks noGrp="1"/>
          </p:cNvSpPr>
          <p:nvPr>
            <p:ph type="body" sz="quarter" idx="37" hasCustomPrompt="1"/>
          </p:nvPr>
        </p:nvSpPr>
        <p:spPr>
          <a:xfrm>
            <a:off x="14472438" y="20678775"/>
            <a:ext cx="6300000" cy="547164"/>
          </a:xfrm>
          <a:noFill/>
        </p:spPr>
        <p:txBody>
          <a:bodyPr lIns="0" tIns="97200" rIns="0" bIns="97200">
            <a:spAutoFit/>
          </a:bodyPr>
          <a:lstStyle>
            <a:lvl1pPr>
              <a:defRPr sz="2400" b="1">
                <a:solidFill>
                  <a:schemeClr val="accent1"/>
                </a:solidFill>
              </a:defRPr>
            </a:lvl1pPr>
            <a:lvl2pPr marL="0" indent="0">
              <a:buNone/>
              <a:defRPr/>
            </a:lvl2pPr>
          </a:lstStyle>
          <a:p>
            <a:pPr lvl="0"/>
            <a:r>
              <a:rPr lang="en-US" dirty="0"/>
              <a:t>[Heading text]</a:t>
            </a:r>
          </a:p>
        </p:txBody>
      </p:sp>
      <p:sp>
        <p:nvSpPr>
          <p:cNvPr id="31" name="Text Placeholder 3">
            <a:extLst>
              <a:ext uri="{FF2B5EF4-FFF2-40B4-BE49-F238E27FC236}">
                <a16:creationId xmlns:a16="http://schemas.microsoft.com/office/drawing/2014/main" id="{14AE396D-A57C-4020-9B70-0FBF18BDC634}"/>
              </a:ext>
            </a:extLst>
          </p:cNvPr>
          <p:cNvSpPr>
            <a:spLocks noGrp="1"/>
          </p:cNvSpPr>
          <p:nvPr>
            <p:ph type="body" sz="quarter" idx="39" hasCustomPrompt="1"/>
          </p:nvPr>
        </p:nvSpPr>
        <p:spPr>
          <a:xfrm>
            <a:off x="7548520" y="12785005"/>
            <a:ext cx="13221676" cy="1560513"/>
          </a:xfrm>
          <a:noFill/>
        </p:spPr>
        <p:txBody>
          <a:bodyPr lIns="0" tIns="0" rIns="0" bIns="0">
            <a:noAutofit/>
          </a:bodyPr>
          <a:lstStyle>
            <a:lvl1pPr>
              <a:defRPr sz="1700" b="0">
                <a:solidFill>
                  <a:schemeClr val="tx1"/>
                </a:solidFill>
              </a:defRPr>
            </a:lvl1pPr>
            <a:lvl2pPr marL="0" indent="0">
              <a:buNone/>
              <a:defRPr/>
            </a:lvl2pPr>
          </a:lstStyle>
          <a:p>
            <a:pPr lvl="0"/>
            <a:r>
              <a:rPr lang="en-US" dirty="0"/>
              <a:t>Figure 2: [Figure caption]</a:t>
            </a:r>
          </a:p>
        </p:txBody>
      </p:sp>
      <p:sp>
        <p:nvSpPr>
          <p:cNvPr id="33" name="Text Placeholder 3">
            <a:extLst>
              <a:ext uri="{FF2B5EF4-FFF2-40B4-BE49-F238E27FC236}">
                <a16:creationId xmlns:a16="http://schemas.microsoft.com/office/drawing/2014/main" id="{9E64CD43-B309-4448-9788-BA1A319BC575}"/>
              </a:ext>
            </a:extLst>
          </p:cNvPr>
          <p:cNvSpPr>
            <a:spLocks noGrp="1"/>
          </p:cNvSpPr>
          <p:nvPr>
            <p:ph type="body" sz="quarter" idx="41" hasCustomPrompt="1"/>
          </p:nvPr>
        </p:nvSpPr>
        <p:spPr>
          <a:xfrm>
            <a:off x="7548520" y="28486644"/>
            <a:ext cx="6299200" cy="1124570"/>
          </a:xfrm>
          <a:noFill/>
        </p:spPr>
        <p:txBody>
          <a:bodyPr lIns="0" tIns="0" rIns="0" bIns="0">
            <a:noAutofit/>
          </a:bodyPr>
          <a:lstStyle>
            <a:lvl1pPr>
              <a:defRPr sz="1700" b="0">
                <a:solidFill>
                  <a:schemeClr val="tx1"/>
                </a:solidFill>
              </a:defRPr>
            </a:lvl1pPr>
            <a:lvl2pPr marL="0" indent="0">
              <a:buNone/>
              <a:defRPr/>
            </a:lvl2pPr>
          </a:lstStyle>
          <a:p>
            <a:pPr lvl="0"/>
            <a:r>
              <a:rPr lang="en-US" dirty="0"/>
              <a:t>[Acknowledgements text]</a:t>
            </a:r>
          </a:p>
        </p:txBody>
      </p:sp>
      <p:pic>
        <p:nvPicPr>
          <p:cNvPr id="9" name="Picture 8" descr="A close up of a sign&#10;&#10;Description automatically generated">
            <a:extLst>
              <a:ext uri="{FF2B5EF4-FFF2-40B4-BE49-F238E27FC236}">
                <a16:creationId xmlns:a16="http://schemas.microsoft.com/office/drawing/2014/main" id="{3D90DA2A-6AB0-45D9-9F7C-5E9490A5BA7A}"/>
              </a:ext>
            </a:extLst>
          </p:cNvPr>
          <p:cNvPicPr>
            <a:picLocks noChangeAspect="1"/>
          </p:cNvPicPr>
          <p:nvPr userDrawn="1"/>
        </p:nvPicPr>
        <p:blipFill>
          <a:blip r:embed="rId2"/>
          <a:stretch>
            <a:fillRect/>
          </a:stretch>
        </p:blipFill>
        <p:spPr>
          <a:xfrm>
            <a:off x="17425145" y="28213365"/>
            <a:ext cx="3379537" cy="1397849"/>
          </a:xfrm>
          <a:prstGeom prst="rect">
            <a:avLst/>
          </a:prstGeom>
        </p:spPr>
      </p:pic>
      <p:cxnSp>
        <p:nvCxnSpPr>
          <p:cNvPr id="40" name="Straight Connector 39">
            <a:extLst>
              <a:ext uri="{FF2B5EF4-FFF2-40B4-BE49-F238E27FC236}">
                <a16:creationId xmlns:a16="http://schemas.microsoft.com/office/drawing/2014/main" id="{E672035C-588A-49D3-997F-1214843DE1FF}"/>
              </a:ext>
            </a:extLst>
          </p:cNvPr>
          <p:cNvCxnSpPr/>
          <p:nvPr userDrawn="1"/>
        </p:nvCxnSpPr>
        <p:spPr>
          <a:xfrm>
            <a:off x="611188" y="29171546"/>
            <a:ext cx="6192192"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42" name="Text Placeholder 3">
            <a:extLst>
              <a:ext uri="{FF2B5EF4-FFF2-40B4-BE49-F238E27FC236}">
                <a16:creationId xmlns:a16="http://schemas.microsoft.com/office/drawing/2014/main" id="{BEC75044-FCFE-49F2-927B-D01CB1326B5D}"/>
              </a:ext>
            </a:extLst>
          </p:cNvPr>
          <p:cNvSpPr>
            <a:spLocks noGrp="1"/>
          </p:cNvSpPr>
          <p:nvPr>
            <p:ph type="body" sz="quarter" idx="43" hasCustomPrompt="1"/>
          </p:nvPr>
        </p:nvSpPr>
        <p:spPr>
          <a:xfrm>
            <a:off x="1041040" y="28174463"/>
            <a:ext cx="3185292" cy="277768"/>
          </a:xfrm>
          <a:noFill/>
        </p:spPr>
        <p:txBody>
          <a:bodyPr wrap="square" lIns="0" tIns="0" rIns="0" bIns="0">
            <a:spAutoFit/>
          </a:bodyPr>
          <a:lstStyle>
            <a:lvl1pPr>
              <a:defRPr sz="1900" b="1">
                <a:solidFill>
                  <a:schemeClr val="accent1"/>
                </a:solidFill>
              </a:defRPr>
            </a:lvl1pPr>
            <a:lvl2pPr marL="0" indent="0">
              <a:buNone/>
              <a:defRPr/>
            </a:lvl2pPr>
          </a:lstStyle>
          <a:p>
            <a:pPr lvl="0"/>
            <a:r>
              <a:rPr lang="en-US" dirty="0"/>
              <a:t>f.surname@uq.edu.au</a:t>
            </a:r>
          </a:p>
        </p:txBody>
      </p:sp>
      <p:sp>
        <p:nvSpPr>
          <p:cNvPr id="43" name="Text Placeholder 3">
            <a:extLst>
              <a:ext uri="{FF2B5EF4-FFF2-40B4-BE49-F238E27FC236}">
                <a16:creationId xmlns:a16="http://schemas.microsoft.com/office/drawing/2014/main" id="{A3195BD1-2EFC-4056-B6F0-AF57BF3742F4}"/>
              </a:ext>
            </a:extLst>
          </p:cNvPr>
          <p:cNvSpPr>
            <a:spLocks noGrp="1"/>
          </p:cNvSpPr>
          <p:nvPr>
            <p:ph type="body" sz="quarter" idx="44" hasCustomPrompt="1"/>
          </p:nvPr>
        </p:nvSpPr>
        <p:spPr>
          <a:xfrm>
            <a:off x="1041040" y="28529194"/>
            <a:ext cx="3185292" cy="277768"/>
          </a:xfrm>
          <a:noFill/>
        </p:spPr>
        <p:txBody>
          <a:bodyPr wrap="square" lIns="0" tIns="0" rIns="0" bIns="0">
            <a:spAutoFit/>
          </a:bodyPr>
          <a:lstStyle>
            <a:lvl1pPr>
              <a:defRPr sz="1900" b="1">
                <a:solidFill>
                  <a:schemeClr val="accent1"/>
                </a:solidFill>
              </a:defRPr>
            </a:lvl1pPr>
            <a:lvl2pPr marL="0" indent="0">
              <a:buNone/>
              <a:defRPr/>
            </a:lvl2pPr>
          </a:lstStyle>
          <a:p>
            <a:pPr lvl="0"/>
            <a:r>
              <a:rPr lang="en-US" dirty="0" err="1"/>
              <a:t>Firstname</a:t>
            </a:r>
            <a:r>
              <a:rPr lang="en-US" dirty="0"/>
              <a:t> Surname</a:t>
            </a:r>
          </a:p>
        </p:txBody>
      </p:sp>
      <p:sp>
        <p:nvSpPr>
          <p:cNvPr id="44" name="Text Placeholder 3">
            <a:extLst>
              <a:ext uri="{FF2B5EF4-FFF2-40B4-BE49-F238E27FC236}">
                <a16:creationId xmlns:a16="http://schemas.microsoft.com/office/drawing/2014/main" id="{FA1686CA-6C92-4EA8-83CB-C754253E940D}"/>
              </a:ext>
            </a:extLst>
          </p:cNvPr>
          <p:cNvSpPr>
            <a:spLocks noGrp="1"/>
          </p:cNvSpPr>
          <p:nvPr>
            <p:ph type="body" sz="quarter" idx="45" hasCustomPrompt="1"/>
          </p:nvPr>
        </p:nvSpPr>
        <p:spPr>
          <a:xfrm>
            <a:off x="4744360" y="28174463"/>
            <a:ext cx="2635084" cy="277768"/>
          </a:xfrm>
          <a:noFill/>
        </p:spPr>
        <p:txBody>
          <a:bodyPr wrap="square" lIns="0" tIns="0" rIns="0" bIns="0">
            <a:spAutoFit/>
          </a:bodyPr>
          <a:lstStyle>
            <a:lvl1pPr>
              <a:defRPr sz="1900" b="1">
                <a:solidFill>
                  <a:schemeClr val="accent1"/>
                </a:solidFill>
              </a:defRPr>
            </a:lvl1pPr>
            <a:lvl2pPr marL="0" indent="0">
              <a:buNone/>
              <a:defRPr/>
            </a:lvl2pPr>
          </a:lstStyle>
          <a:p>
            <a:pPr lvl="0"/>
            <a:r>
              <a:rPr lang="en-US" dirty="0"/>
              <a:t>@researcher</a:t>
            </a:r>
          </a:p>
        </p:txBody>
      </p:sp>
      <p:sp>
        <p:nvSpPr>
          <p:cNvPr id="48" name="Text Placeholder 3">
            <a:extLst>
              <a:ext uri="{FF2B5EF4-FFF2-40B4-BE49-F238E27FC236}">
                <a16:creationId xmlns:a16="http://schemas.microsoft.com/office/drawing/2014/main" id="{CA60D0B7-1DC9-4B2D-A6FF-24915AEF69A6}"/>
              </a:ext>
            </a:extLst>
          </p:cNvPr>
          <p:cNvSpPr>
            <a:spLocks noGrp="1"/>
          </p:cNvSpPr>
          <p:nvPr>
            <p:ph type="body" sz="quarter" idx="47" hasCustomPrompt="1"/>
          </p:nvPr>
        </p:nvSpPr>
        <p:spPr>
          <a:xfrm>
            <a:off x="14470020" y="14547028"/>
            <a:ext cx="6300000" cy="547164"/>
          </a:xfrm>
          <a:noFill/>
        </p:spPr>
        <p:txBody>
          <a:bodyPr lIns="0" tIns="97200" rIns="0" bIns="97200">
            <a:spAutoFit/>
          </a:bodyPr>
          <a:lstStyle>
            <a:lvl1pPr>
              <a:defRPr sz="2400" b="1">
                <a:solidFill>
                  <a:schemeClr val="accent1"/>
                </a:solidFill>
              </a:defRPr>
            </a:lvl1pPr>
            <a:lvl2pPr marL="0" indent="0">
              <a:buNone/>
              <a:defRPr/>
            </a:lvl2pPr>
          </a:lstStyle>
          <a:p>
            <a:pPr lvl="0"/>
            <a:r>
              <a:rPr lang="en-US" dirty="0"/>
              <a:t>[Heading text]</a:t>
            </a:r>
          </a:p>
        </p:txBody>
      </p:sp>
      <p:sp>
        <p:nvSpPr>
          <p:cNvPr id="49" name="Text Placeholder 3">
            <a:extLst>
              <a:ext uri="{FF2B5EF4-FFF2-40B4-BE49-F238E27FC236}">
                <a16:creationId xmlns:a16="http://schemas.microsoft.com/office/drawing/2014/main" id="{27790412-6BFB-44B6-B54A-E9CF8D9D1F31}"/>
              </a:ext>
            </a:extLst>
          </p:cNvPr>
          <p:cNvSpPr>
            <a:spLocks noGrp="1"/>
          </p:cNvSpPr>
          <p:nvPr>
            <p:ph type="body" sz="quarter" idx="48" hasCustomPrompt="1"/>
          </p:nvPr>
        </p:nvSpPr>
        <p:spPr>
          <a:xfrm>
            <a:off x="14470020" y="15109140"/>
            <a:ext cx="6300000" cy="1148184"/>
          </a:xfrm>
          <a:gradFill flip="none" rotWithShape="1">
            <a:gsLst>
              <a:gs pos="0">
                <a:schemeClr val="accent1"/>
              </a:gs>
              <a:gs pos="85000">
                <a:srgbClr val="7A2884"/>
              </a:gs>
              <a:gs pos="100000">
                <a:srgbClr val="962A8B"/>
              </a:gs>
            </a:gsLst>
            <a:lin ang="0" scaled="1"/>
            <a:tileRect/>
          </a:gradFill>
        </p:spPr>
        <p:txBody>
          <a:bodyPr lIns="180000" tIns="90000" rIns="180000" bIns="90000" anchor="ctr">
            <a:noAutofit/>
          </a:bodyPr>
          <a:lstStyle>
            <a:lvl1pPr>
              <a:defRPr sz="2800" b="1">
                <a:solidFill>
                  <a:schemeClr val="bg1"/>
                </a:solidFill>
              </a:defRPr>
            </a:lvl1pPr>
            <a:lvl2pPr marL="0" indent="0">
              <a:buNone/>
              <a:defRPr/>
            </a:lvl2pPr>
          </a:lstStyle>
          <a:p>
            <a:pPr lvl="0"/>
            <a:r>
              <a:rPr lang="en-US" dirty="0"/>
              <a:t>[Feature text]</a:t>
            </a:r>
          </a:p>
        </p:txBody>
      </p:sp>
    </p:spTree>
    <p:extLst>
      <p:ext uri="{BB962C8B-B14F-4D97-AF65-F5344CB8AC3E}">
        <p14:creationId xmlns:p14="http://schemas.microsoft.com/office/powerpoint/2010/main" val="32412972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1 Poster Purple Header Footer">
    <p:spTree>
      <p:nvGrpSpPr>
        <p:cNvPr id="1" name=""/>
        <p:cNvGrpSpPr/>
        <p:nvPr/>
      </p:nvGrpSpPr>
      <p:grpSpPr>
        <a:xfrm>
          <a:off x="0" y="0"/>
          <a:ext cx="0" cy="0"/>
          <a:chOff x="0" y="0"/>
          <a:chExt cx="0" cy="0"/>
        </a:xfrm>
      </p:grpSpPr>
      <p:sp>
        <p:nvSpPr>
          <p:cNvPr id="39" name="Rectangle 38">
            <a:extLst>
              <a:ext uri="{FF2B5EF4-FFF2-40B4-BE49-F238E27FC236}">
                <a16:creationId xmlns:a16="http://schemas.microsoft.com/office/drawing/2014/main" id="{21DF2155-5108-45DA-BEE8-D2E8E9E3F7E4}"/>
              </a:ext>
            </a:extLst>
          </p:cNvPr>
          <p:cNvSpPr/>
          <p:nvPr userDrawn="1"/>
        </p:nvSpPr>
        <p:spPr>
          <a:xfrm>
            <a:off x="124010" y="27688142"/>
            <a:ext cx="21133364" cy="2466000"/>
          </a:xfrm>
          <a:prstGeom prst="rect">
            <a:avLst/>
          </a:prstGeom>
          <a:gradFill flip="none" rotWithShape="1">
            <a:gsLst>
              <a:gs pos="0">
                <a:schemeClr val="accent1"/>
              </a:gs>
              <a:gs pos="90000">
                <a:srgbClr val="7A2884"/>
              </a:gs>
              <a:gs pos="100000">
                <a:srgbClr val="962A8B"/>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2" name="Graphic 11">
            <a:extLst>
              <a:ext uri="{FF2B5EF4-FFF2-40B4-BE49-F238E27FC236}">
                <a16:creationId xmlns:a16="http://schemas.microsoft.com/office/drawing/2014/main" id="{569FAC54-C013-4F35-B370-89B8C6011B8C}"/>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7424932" y="28243062"/>
            <a:ext cx="3348000" cy="1335541"/>
          </a:xfrm>
          <a:prstGeom prst="rect">
            <a:avLst/>
          </a:prstGeom>
        </p:spPr>
      </p:pic>
      <p:sp>
        <p:nvSpPr>
          <p:cNvPr id="32" name="Text Placeholder 3">
            <a:extLst>
              <a:ext uri="{FF2B5EF4-FFF2-40B4-BE49-F238E27FC236}">
                <a16:creationId xmlns:a16="http://schemas.microsoft.com/office/drawing/2014/main" id="{301FA84E-7DF2-4E36-ACA2-E9547243170B}"/>
              </a:ext>
            </a:extLst>
          </p:cNvPr>
          <p:cNvSpPr>
            <a:spLocks noGrp="1"/>
          </p:cNvSpPr>
          <p:nvPr>
            <p:ph type="body" sz="quarter" idx="40" hasCustomPrompt="1"/>
          </p:nvPr>
        </p:nvSpPr>
        <p:spPr>
          <a:xfrm>
            <a:off x="7548520" y="25897817"/>
            <a:ext cx="6299200" cy="1368151"/>
          </a:xfrm>
          <a:noFill/>
        </p:spPr>
        <p:txBody>
          <a:bodyPr lIns="0" tIns="0" rIns="0" bIns="0">
            <a:noAutofit/>
          </a:bodyPr>
          <a:lstStyle>
            <a:lvl1pPr>
              <a:defRPr sz="1700" b="0">
                <a:solidFill>
                  <a:schemeClr val="tx1"/>
                </a:solidFill>
              </a:defRPr>
            </a:lvl1pPr>
            <a:lvl2pPr marL="0" indent="0">
              <a:buNone/>
              <a:defRPr/>
            </a:lvl2pPr>
          </a:lstStyle>
          <a:p>
            <a:pPr lvl="0"/>
            <a:r>
              <a:rPr lang="en-US" dirty="0"/>
              <a:t>Figure 3: [Figure caption]</a:t>
            </a:r>
          </a:p>
        </p:txBody>
      </p:sp>
      <p:sp>
        <p:nvSpPr>
          <p:cNvPr id="30" name="Text Placeholder 3">
            <a:extLst>
              <a:ext uri="{FF2B5EF4-FFF2-40B4-BE49-F238E27FC236}">
                <a16:creationId xmlns:a16="http://schemas.microsoft.com/office/drawing/2014/main" id="{CDDF1199-EC6B-41AC-B99E-F83299E4E43C}"/>
              </a:ext>
            </a:extLst>
          </p:cNvPr>
          <p:cNvSpPr>
            <a:spLocks noGrp="1"/>
          </p:cNvSpPr>
          <p:nvPr>
            <p:ph type="body" sz="quarter" idx="38" hasCustomPrompt="1"/>
          </p:nvPr>
        </p:nvSpPr>
        <p:spPr>
          <a:xfrm>
            <a:off x="611188" y="16266431"/>
            <a:ext cx="6299200" cy="1560513"/>
          </a:xfrm>
          <a:noFill/>
        </p:spPr>
        <p:txBody>
          <a:bodyPr lIns="0" tIns="0" rIns="0" bIns="0">
            <a:noAutofit/>
          </a:bodyPr>
          <a:lstStyle>
            <a:lvl1pPr>
              <a:defRPr sz="1700" b="0">
                <a:solidFill>
                  <a:schemeClr val="tx1"/>
                </a:solidFill>
              </a:defRPr>
            </a:lvl1pPr>
            <a:lvl2pPr marL="0" indent="0">
              <a:buNone/>
              <a:defRPr/>
            </a:lvl2pPr>
          </a:lstStyle>
          <a:p>
            <a:pPr lvl="0"/>
            <a:r>
              <a:rPr lang="en-US" dirty="0"/>
              <a:t>Figure 1: [Figure caption]</a:t>
            </a:r>
          </a:p>
        </p:txBody>
      </p:sp>
      <p:sp>
        <p:nvSpPr>
          <p:cNvPr id="10" name="Content Placeholder 9">
            <a:extLst>
              <a:ext uri="{FF2B5EF4-FFF2-40B4-BE49-F238E27FC236}">
                <a16:creationId xmlns:a16="http://schemas.microsoft.com/office/drawing/2014/main" id="{2DB2C94B-2557-442B-9A14-97C40CD6AB85}"/>
              </a:ext>
            </a:extLst>
          </p:cNvPr>
          <p:cNvSpPr>
            <a:spLocks noGrp="1"/>
          </p:cNvSpPr>
          <p:nvPr>
            <p:ph sz="quarter" idx="10" hasCustomPrompt="1"/>
          </p:nvPr>
        </p:nvSpPr>
        <p:spPr>
          <a:xfrm>
            <a:off x="610692" y="18788222"/>
            <a:ext cx="6300000" cy="8477746"/>
          </a:xfrm>
          <a:prstGeom prst="rect">
            <a:avLst/>
          </a:prstGeom>
          <a:noFill/>
        </p:spPr>
        <p:txBody>
          <a:bodyPr lIns="0" tIns="126000" rIns="0" bIns="126000">
            <a:normAutofit/>
          </a:bodyPr>
          <a:lstStyle>
            <a:lvl1pPr>
              <a:lnSpc>
                <a:spcPct val="100000"/>
              </a:lnSpc>
              <a:spcBef>
                <a:spcPts val="100"/>
              </a:spcBef>
              <a:defRPr lang="en-US" sz="1900" dirty="0"/>
            </a:lvl1pPr>
            <a:lvl2pPr>
              <a:lnSpc>
                <a:spcPct val="100000"/>
              </a:lnSpc>
              <a:spcBef>
                <a:spcPts val="100"/>
              </a:spcBef>
              <a:defRPr lang="en-US" sz="1900" dirty="0"/>
            </a:lvl2pPr>
            <a:lvl3pPr>
              <a:lnSpc>
                <a:spcPct val="100000"/>
              </a:lnSpc>
              <a:spcBef>
                <a:spcPts val="100"/>
              </a:spcBef>
              <a:defRPr lang="en-US" sz="1900" dirty="0"/>
            </a:lvl3pPr>
            <a:lvl4pPr>
              <a:lnSpc>
                <a:spcPct val="100000"/>
              </a:lnSpc>
              <a:spcBef>
                <a:spcPts val="600"/>
              </a:spcBef>
              <a:defRPr lang="en-US" dirty="0"/>
            </a:lvl4pPr>
            <a:lvl5pPr>
              <a:lnSpc>
                <a:spcPct val="100000"/>
              </a:lnSpc>
              <a:spcBef>
                <a:spcPts val="600"/>
              </a:spcBef>
              <a:defRPr lang="en-US" dirty="0"/>
            </a:lvl5pPr>
            <a:lvl6pPr>
              <a:spcBef>
                <a:spcPts val="600"/>
              </a:spcBef>
              <a:spcAft>
                <a:spcPts val="600"/>
              </a:spcAft>
              <a:defRPr lang="en-US" dirty="0"/>
            </a:lvl6pPr>
            <a:lvl7pPr>
              <a:spcBef>
                <a:spcPts val="600"/>
              </a:spcBef>
              <a:spcAft>
                <a:spcPts val="600"/>
              </a:spcAft>
              <a:defRPr lang="en-US" dirty="0"/>
            </a:lvl7pPr>
            <a:lvl8pPr>
              <a:spcBef>
                <a:spcPts val="600"/>
              </a:spcBef>
              <a:spcAft>
                <a:spcPts val="600"/>
              </a:spcAft>
              <a:defRPr lang="en-US" dirty="0"/>
            </a:lvl8pPr>
            <a:lvl9pPr>
              <a:spcBef>
                <a:spcPts val="600"/>
              </a:spcBef>
              <a:spcAft>
                <a:spcPts val="600"/>
              </a:spcAft>
              <a:defRPr lang="en-US" dirty="0"/>
            </a:lvl9pPr>
          </a:lstStyle>
          <a:p>
            <a:pPr lvl="0"/>
            <a:r>
              <a:rPr lang="en-US" dirty="0"/>
              <a:t>[Enter text/content]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
        <p:nvSpPr>
          <p:cNvPr id="18" name="Text Placeholder 15">
            <a:extLst>
              <a:ext uri="{FF2B5EF4-FFF2-40B4-BE49-F238E27FC236}">
                <a16:creationId xmlns:a16="http://schemas.microsoft.com/office/drawing/2014/main" id="{38D4DD99-3B01-4082-8203-F8BD7D3A2F57}"/>
              </a:ext>
            </a:extLst>
          </p:cNvPr>
          <p:cNvSpPr>
            <a:spLocks noGrp="1"/>
          </p:cNvSpPr>
          <p:nvPr>
            <p:ph type="body" sz="quarter" idx="19" hasCustomPrompt="1"/>
          </p:nvPr>
        </p:nvSpPr>
        <p:spPr>
          <a:xfrm>
            <a:off x="610692" y="2699272"/>
            <a:ext cx="20160000" cy="276999"/>
          </a:xfrm>
        </p:spPr>
        <p:txBody>
          <a:bodyPr>
            <a:spAutoFit/>
          </a:bodyPr>
          <a:lstStyle>
            <a:lvl1pPr algn="l" rtl="0">
              <a:lnSpc>
                <a:spcPct val="100000"/>
              </a:lnSpc>
              <a:spcBef>
                <a:spcPts val="300"/>
              </a:spcBef>
              <a:spcAft>
                <a:spcPts val="300"/>
              </a:spcAft>
              <a:defRPr lang="en-US" sz="1800" b="0" i="0" baseline="0" dirty="0">
                <a:solidFill>
                  <a:schemeClr val="bg1"/>
                </a:solidFill>
              </a:defRPr>
            </a:lvl1pPr>
          </a:lstStyle>
          <a:p>
            <a:pPr rtl="0"/>
            <a:r>
              <a:rPr lang="en-AU" dirty="0"/>
              <a:t>[References]</a:t>
            </a:r>
            <a:endParaRPr lang="en-US" dirty="0"/>
          </a:p>
        </p:txBody>
      </p:sp>
      <p:sp>
        <p:nvSpPr>
          <p:cNvPr id="2" name="Title 1">
            <a:extLst>
              <a:ext uri="{FF2B5EF4-FFF2-40B4-BE49-F238E27FC236}">
                <a16:creationId xmlns:a16="http://schemas.microsoft.com/office/drawing/2014/main" id="{E71B3F32-96A2-4679-84A4-F12397FCFF02}"/>
              </a:ext>
            </a:extLst>
          </p:cNvPr>
          <p:cNvSpPr>
            <a:spLocks noGrp="1"/>
          </p:cNvSpPr>
          <p:nvPr>
            <p:ph type="title"/>
          </p:nvPr>
        </p:nvSpPr>
        <p:spPr>
          <a:xfrm>
            <a:off x="610692" y="539032"/>
            <a:ext cx="20160000" cy="707886"/>
          </a:xfrm>
        </p:spPr>
        <p:txBody>
          <a:bodyPr/>
          <a:lstStyle>
            <a:lvl1pPr>
              <a:defRPr>
                <a:solidFill>
                  <a:schemeClr val="bg1"/>
                </a:solidFill>
              </a:defRPr>
            </a:lvl1pPr>
          </a:lstStyle>
          <a:p>
            <a:r>
              <a:rPr lang="en-US" dirty="0"/>
              <a:t>Click to edit Master title style</a:t>
            </a:r>
            <a:endParaRPr lang="en-AU" dirty="0"/>
          </a:p>
        </p:txBody>
      </p:sp>
      <p:sp>
        <p:nvSpPr>
          <p:cNvPr id="11" name="Text Placeholder 15">
            <a:extLst>
              <a:ext uri="{FF2B5EF4-FFF2-40B4-BE49-F238E27FC236}">
                <a16:creationId xmlns:a16="http://schemas.microsoft.com/office/drawing/2014/main" id="{A10BA14E-C836-42CB-8468-CD4BE60EA406}"/>
              </a:ext>
            </a:extLst>
          </p:cNvPr>
          <p:cNvSpPr>
            <a:spLocks noGrp="1"/>
          </p:cNvSpPr>
          <p:nvPr>
            <p:ph type="body" sz="quarter" idx="20" hasCustomPrompt="1"/>
          </p:nvPr>
        </p:nvSpPr>
        <p:spPr>
          <a:xfrm>
            <a:off x="610692" y="2104159"/>
            <a:ext cx="20160000" cy="430887"/>
          </a:xfrm>
        </p:spPr>
        <p:txBody>
          <a:bodyPr anchor="t">
            <a:spAutoFit/>
          </a:bodyPr>
          <a:lstStyle>
            <a:lvl1pPr algn="l">
              <a:lnSpc>
                <a:spcPct val="100000"/>
              </a:lnSpc>
              <a:spcBef>
                <a:spcPts val="0"/>
              </a:spcBef>
              <a:spcAft>
                <a:spcPts val="0"/>
              </a:spcAft>
              <a:defRPr sz="2800" b="1">
                <a:solidFill>
                  <a:schemeClr val="bg1"/>
                </a:solidFill>
              </a:defRPr>
            </a:lvl1pPr>
          </a:lstStyle>
          <a:p>
            <a:pPr lvl="0"/>
            <a:r>
              <a:rPr lang="en-AU" dirty="0"/>
              <a:t>[Subtitle]</a:t>
            </a:r>
          </a:p>
        </p:txBody>
      </p:sp>
      <p:sp>
        <p:nvSpPr>
          <p:cNvPr id="4" name="Text Placeholder 3">
            <a:extLst>
              <a:ext uri="{FF2B5EF4-FFF2-40B4-BE49-F238E27FC236}">
                <a16:creationId xmlns:a16="http://schemas.microsoft.com/office/drawing/2014/main" id="{463BEAD4-D512-4292-B52C-BB5F9C1ACBE8}"/>
              </a:ext>
            </a:extLst>
          </p:cNvPr>
          <p:cNvSpPr>
            <a:spLocks noGrp="1"/>
          </p:cNvSpPr>
          <p:nvPr>
            <p:ph type="body" sz="quarter" idx="22" hasCustomPrompt="1"/>
          </p:nvPr>
        </p:nvSpPr>
        <p:spPr>
          <a:xfrm>
            <a:off x="611188" y="18240375"/>
            <a:ext cx="6299200" cy="547164"/>
          </a:xfrm>
          <a:noFill/>
        </p:spPr>
        <p:txBody>
          <a:bodyPr lIns="0" tIns="97200" rIns="0" bIns="97200">
            <a:spAutoFit/>
          </a:bodyPr>
          <a:lstStyle>
            <a:lvl1pPr>
              <a:defRPr sz="2400" b="1">
                <a:solidFill>
                  <a:schemeClr val="accent1"/>
                </a:solidFill>
              </a:defRPr>
            </a:lvl1pPr>
            <a:lvl2pPr marL="0" indent="0">
              <a:buNone/>
              <a:defRPr/>
            </a:lvl2pPr>
          </a:lstStyle>
          <a:p>
            <a:pPr lvl="0"/>
            <a:r>
              <a:rPr lang="en-US" dirty="0"/>
              <a:t>[Heading text]</a:t>
            </a:r>
          </a:p>
        </p:txBody>
      </p:sp>
      <p:sp>
        <p:nvSpPr>
          <p:cNvPr id="6" name="Picture Placeholder 5">
            <a:extLst>
              <a:ext uri="{FF2B5EF4-FFF2-40B4-BE49-F238E27FC236}">
                <a16:creationId xmlns:a16="http://schemas.microsoft.com/office/drawing/2014/main" id="{9B3572B5-A107-45E1-B8C4-724786A9B934}"/>
              </a:ext>
            </a:extLst>
          </p:cNvPr>
          <p:cNvSpPr>
            <a:spLocks noGrp="1"/>
          </p:cNvSpPr>
          <p:nvPr>
            <p:ph type="pic" sz="quarter" idx="24" hasCustomPrompt="1"/>
          </p:nvPr>
        </p:nvSpPr>
        <p:spPr>
          <a:xfrm>
            <a:off x="7548520" y="4048125"/>
            <a:ext cx="13221676" cy="8527628"/>
          </a:xfrm>
          <a:solidFill>
            <a:srgbClr val="D7D1CC"/>
          </a:solidFill>
        </p:spPr>
        <p:txBody>
          <a:bodyPr anchor="ctr"/>
          <a:lstStyle>
            <a:lvl1pPr algn="ctr">
              <a:lnSpc>
                <a:spcPct val="100000"/>
              </a:lnSpc>
              <a:spcBef>
                <a:spcPts val="0"/>
              </a:spcBef>
              <a:spcAft>
                <a:spcPts val="0"/>
              </a:spcAft>
              <a:defRPr/>
            </a:lvl1pPr>
          </a:lstStyle>
          <a:p>
            <a:r>
              <a:rPr lang="en-AU" dirty="0"/>
              <a:t>Click icon to insert pic</a:t>
            </a:r>
            <a:br>
              <a:rPr lang="en-AU" dirty="0"/>
            </a:br>
            <a:br>
              <a:rPr lang="en-AU" dirty="0"/>
            </a:br>
            <a:br>
              <a:rPr lang="en-AU" dirty="0"/>
            </a:br>
            <a:endParaRPr lang="en-AU" dirty="0"/>
          </a:p>
        </p:txBody>
      </p:sp>
      <p:sp>
        <p:nvSpPr>
          <p:cNvPr id="15" name="Content Placeholder 9">
            <a:extLst>
              <a:ext uri="{FF2B5EF4-FFF2-40B4-BE49-F238E27FC236}">
                <a16:creationId xmlns:a16="http://schemas.microsoft.com/office/drawing/2014/main" id="{917A8D9B-14C2-4EF9-B4A1-2B35C1B458CD}"/>
              </a:ext>
            </a:extLst>
          </p:cNvPr>
          <p:cNvSpPr>
            <a:spLocks noGrp="1"/>
          </p:cNvSpPr>
          <p:nvPr>
            <p:ph sz="quarter" idx="25" hasCustomPrompt="1"/>
          </p:nvPr>
        </p:nvSpPr>
        <p:spPr>
          <a:xfrm>
            <a:off x="610692" y="4631592"/>
            <a:ext cx="6300000" cy="5897502"/>
          </a:xfrm>
          <a:prstGeom prst="rect">
            <a:avLst/>
          </a:prstGeom>
          <a:noFill/>
        </p:spPr>
        <p:txBody>
          <a:bodyPr lIns="0" tIns="126000" rIns="0" bIns="126000">
            <a:normAutofit/>
          </a:bodyPr>
          <a:lstStyle>
            <a:lvl1pPr>
              <a:lnSpc>
                <a:spcPct val="100000"/>
              </a:lnSpc>
              <a:spcBef>
                <a:spcPts val="100"/>
              </a:spcBef>
              <a:defRPr lang="en-US" sz="1900" dirty="0"/>
            </a:lvl1pPr>
            <a:lvl2pPr>
              <a:lnSpc>
                <a:spcPct val="100000"/>
              </a:lnSpc>
              <a:spcBef>
                <a:spcPts val="100"/>
              </a:spcBef>
              <a:defRPr lang="en-US" sz="1900" dirty="0"/>
            </a:lvl2pPr>
            <a:lvl3pPr>
              <a:lnSpc>
                <a:spcPct val="100000"/>
              </a:lnSpc>
              <a:spcBef>
                <a:spcPts val="100"/>
              </a:spcBef>
              <a:defRPr lang="en-US" sz="1900" dirty="0"/>
            </a:lvl3pPr>
            <a:lvl4pPr marL="270000" indent="0">
              <a:lnSpc>
                <a:spcPct val="100000"/>
              </a:lnSpc>
              <a:spcBef>
                <a:spcPts val="600"/>
              </a:spcBef>
              <a:tabLst/>
              <a:defRPr lang="en-US" dirty="0"/>
            </a:lvl4pPr>
            <a:lvl5pPr>
              <a:lnSpc>
                <a:spcPct val="100000"/>
              </a:lnSpc>
              <a:spcBef>
                <a:spcPts val="600"/>
              </a:spcBef>
              <a:defRPr lang="en-US" dirty="0"/>
            </a:lvl5pPr>
            <a:lvl6pPr>
              <a:spcBef>
                <a:spcPts val="600"/>
              </a:spcBef>
              <a:spcAft>
                <a:spcPts val="600"/>
              </a:spcAft>
              <a:defRPr lang="en-US" dirty="0"/>
            </a:lvl6pPr>
            <a:lvl7pPr>
              <a:spcBef>
                <a:spcPts val="600"/>
              </a:spcBef>
              <a:spcAft>
                <a:spcPts val="600"/>
              </a:spcAft>
              <a:defRPr lang="en-US" dirty="0"/>
            </a:lvl7pPr>
            <a:lvl8pPr>
              <a:spcBef>
                <a:spcPts val="600"/>
              </a:spcBef>
              <a:spcAft>
                <a:spcPts val="600"/>
              </a:spcAft>
              <a:defRPr lang="en-US" dirty="0"/>
            </a:lvl8pPr>
            <a:lvl9pPr>
              <a:spcBef>
                <a:spcPts val="600"/>
              </a:spcBef>
              <a:spcAft>
                <a:spcPts val="600"/>
              </a:spcAft>
              <a:defRPr lang="en-US" dirty="0"/>
            </a:lvl9pPr>
          </a:lstStyle>
          <a:p>
            <a:pPr lvl="0"/>
            <a:r>
              <a:rPr lang="en-US" dirty="0"/>
              <a:t>[Enter text/content]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3">
            <a:extLst>
              <a:ext uri="{FF2B5EF4-FFF2-40B4-BE49-F238E27FC236}">
                <a16:creationId xmlns:a16="http://schemas.microsoft.com/office/drawing/2014/main" id="{12C23EDD-933E-499B-A2BA-6FE387C53BF6}"/>
              </a:ext>
            </a:extLst>
          </p:cNvPr>
          <p:cNvSpPr>
            <a:spLocks noGrp="1"/>
          </p:cNvSpPr>
          <p:nvPr>
            <p:ph type="body" sz="quarter" idx="26" hasCustomPrompt="1"/>
          </p:nvPr>
        </p:nvSpPr>
        <p:spPr>
          <a:xfrm>
            <a:off x="611188" y="4083745"/>
            <a:ext cx="6299200" cy="547164"/>
          </a:xfrm>
          <a:noFill/>
        </p:spPr>
        <p:txBody>
          <a:bodyPr lIns="0" tIns="97200" rIns="0" bIns="97200">
            <a:spAutoFit/>
          </a:bodyPr>
          <a:lstStyle>
            <a:lvl1pPr>
              <a:defRPr sz="2400" b="1">
                <a:solidFill>
                  <a:schemeClr val="accent1"/>
                </a:solidFill>
              </a:defRPr>
            </a:lvl1pPr>
            <a:lvl2pPr marL="0" indent="0">
              <a:buNone/>
              <a:defRPr/>
            </a:lvl2pPr>
          </a:lstStyle>
          <a:p>
            <a:pPr lvl="0"/>
            <a:r>
              <a:rPr lang="en-US" dirty="0"/>
              <a:t>[Heading text]</a:t>
            </a:r>
          </a:p>
        </p:txBody>
      </p:sp>
      <p:sp>
        <p:nvSpPr>
          <p:cNvPr id="17" name="Content Placeholder 9">
            <a:extLst>
              <a:ext uri="{FF2B5EF4-FFF2-40B4-BE49-F238E27FC236}">
                <a16:creationId xmlns:a16="http://schemas.microsoft.com/office/drawing/2014/main" id="{3F0996FF-D92C-4EA6-938C-E7F162ABD7E9}"/>
              </a:ext>
            </a:extLst>
          </p:cNvPr>
          <p:cNvSpPr>
            <a:spLocks noGrp="1"/>
          </p:cNvSpPr>
          <p:nvPr>
            <p:ph sz="quarter" idx="27" hasCustomPrompt="1"/>
          </p:nvPr>
        </p:nvSpPr>
        <p:spPr>
          <a:xfrm>
            <a:off x="7548520" y="16266431"/>
            <a:ext cx="6300000" cy="2363295"/>
          </a:xfrm>
          <a:prstGeom prst="rect">
            <a:avLst/>
          </a:prstGeom>
          <a:noFill/>
        </p:spPr>
        <p:txBody>
          <a:bodyPr lIns="0" tIns="126000" rIns="0" bIns="126000">
            <a:normAutofit/>
          </a:bodyPr>
          <a:lstStyle>
            <a:lvl1pPr>
              <a:lnSpc>
                <a:spcPct val="100000"/>
              </a:lnSpc>
              <a:spcBef>
                <a:spcPts val="100"/>
              </a:spcBef>
              <a:defRPr lang="en-US" sz="1900" dirty="0"/>
            </a:lvl1pPr>
            <a:lvl2pPr>
              <a:lnSpc>
                <a:spcPct val="100000"/>
              </a:lnSpc>
              <a:spcBef>
                <a:spcPts val="100"/>
              </a:spcBef>
              <a:defRPr lang="en-US" sz="1900" dirty="0"/>
            </a:lvl2pPr>
            <a:lvl3pPr>
              <a:lnSpc>
                <a:spcPct val="100000"/>
              </a:lnSpc>
              <a:spcBef>
                <a:spcPts val="100"/>
              </a:spcBef>
              <a:defRPr lang="en-US" sz="1900" dirty="0"/>
            </a:lvl3pPr>
            <a:lvl4pPr>
              <a:lnSpc>
                <a:spcPct val="100000"/>
              </a:lnSpc>
              <a:spcBef>
                <a:spcPts val="600"/>
              </a:spcBef>
              <a:defRPr lang="en-US" dirty="0"/>
            </a:lvl4pPr>
            <a:lvl5pPr>
              <a:lnSpc>
                <a:spcPct val="100000"/>
              </a:lnSpc>
              <a:spcBef>
                <a:spcPts val="600"/>
              </a:spcBef>
              <a:defRPr lang="en-US" dirty="0"/>
            </a:lvl5pPr>
            <a:lvl6pPr>
              <a:spcBef>
                <a:spcPts val="600"/>
              </a:spcBef>
              <a:spcAft>
                <a:spcPts val="600"/>
              </a:spcAft>
              <a:defRPr lang="en-US" dirty="0"/>
            </a:lvl6pPr>
            <a:lvl7pPr>
              <a:spcBef>
                <a:spcPts val="600"/>
              </a:spcBef>
              <a:spcAft>
                <a:spcPts val="600"/>
              </a:spcAft>
              <a:defRPr lang="en-US" dirty="0"/>
            </a:lvl7pPr>
            <a:lvl8pPr>
              <a:spcBef>
                <a:spcPts val="600"/>
              </a:spcBef>
              <a:spcAft>
                <a:spcPts val="600"/>
              </a:spcAft>
              <a:defRPr lang="en-US" dirty="0"/>
            </a:lvl8pPr>
            <a:lvl9pPr>
              <a:spcBef>
                <a:spcPts val="600"/>
              </a:spcBef>
              <a:spcAft>
                <a:spcPts val="600"/>
              </a:spcAft>
              <a:defRPr lang="en-US" dirty="0"/>
            </a:lvl9pPr>
          </a:lstStyle>
          <a:p>
            <a:pPr lvl="0"/>
            <a:r>
              <a:rPr lang="en-US" dirty="0"/>
              <a:t>[Enter text/content]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Text Placeholder 3">
            <a:extLst>
              <a:ext uri="{FF2B5EF4-FFF2-40B4-BE49-F238E27FC236}">
                <a16:creationId xmlns:a16="http://schemas.microsoft.com/office/drawing/2014/main" id="{21BA83C2-8E32-4485-BCE0-1DEBBC6A39DF}"/>
              </a:ext>
            </a:extLst>
          </p:cNvPr>
          <p:cNvSpPr>
            <a:spLocks noGrp="1"/>
          </p:cNvSpPr>
          <p:nvPr>
            <p:ph type="body" sz="quarter" idx="28" hasCustomPrompt="1"/>
          </p:nvPr>
        </p:nvSpPr>
        <p:spPr>
          <a:xfrm>
            <a:off x="7548520" y="14547028"/>
            <a:ext cx="6300000" cy="547164"/>
          </a:xfrm>
          <a:noFill/>
        </p:spPr>
        <p:txBody>
          <a:bodyPr lIns="0" tIns="97200" rIns="0" bIns="97200">
            <a:spAutoFit/>
          </a:bodyPr>
          <a:lstStyle>
            <a:lvl1pPr>
              <a:defRPr sz="2400" b="1">
                <a:solidFill>
                  <a:schemeClr val="accent1"/>
                </a:solidFill>
              </a:defRPr>
            </a:lvl1pPr>
            <a:lvl2pPr marL="0" indent="0">
              <a:buNone/>
              <a:defRPr/>
            </a:lvl2pPr>
          </a:lstStyle>
          <a:p>
            <a:pPr lvl="0"/>
            <a:r>
              <a:rPr lang="en-US" dirty="0"/>
              <a:t>[Heading text]</a:t>
            </a:r>
          </a:p>
        </p:txBody>
      </p:sp>
      <p:sp>
        <p:nvSpPr>
          <p:cNvPr id="20" name="Text Placeholder 3">
            <a:extLst>
              <a:ext uri="{FF2B5EF4-FFF2-40B4-BE49-F238E27FC236}">
                <a16:creationId xmlns:a16="http://schemas.microsoft.com/office/drawing/2014/main" id="{68307EC0-D6C4-47F3-A40C-ACED0037F85D}"/>
              </a:ext>
            </a:extLst>
          </p:cNvPr>
          <p:cNvSpPr>
            <a:spLocks noGrp="1"/>
          </p:cNvSpPr>
          <p:nvPr>
            <p:ph type="body" sz="quarter" idx="29" hasCustomPrompt="1"/>
          </p:nvPr>
        </p:nvSpPr>
        <p:spPr>
          <a:xfrm>
            <a:off x="7548520" y="15109140"/>
            <a:ext cx="6300000" cy="1148184"/>
          </a:xfrm>
          <a:gradFill flip="none" rotWithShape="1">
            <a:gsLst>
              <a:gs pos="0">
                <a:schemeClr val="accent1"/>
              </a:gs>
              <a:gs pos="90000">
                <a:srgbClr val="7A2884"/>
              </a:gs>
              <a:gs pos="100000">
                <a:srgbClr val="962A8B"/>
              </a:gs>
            </a:gsLst>
            <a:lin ang="0" scaled="1"/>
            <a:tileRect/>
          </a:gradFill>
        </p:spPr>
        <p:txBody>
          <a:bodyPr lIns="180000" tIns="90000" rIns="180000" bIns="90000" anchor="ctr">
            <a:noAutofit/>
          </a:bodyPr>
          <a:lstStyle>
            <a:lvl1pPr>
              <a:defRPr sz="2800" b="1">
                <a:solidFill>
                  <a:schemeClr val="bg1"/>
                </a:solidFill>
              </a:defRPr>
            </a:lvl1pPr>
            <a:lvl2pPr marL="0" indent="0">
              <a:buNone/>
              <a:defRPr/>
            </a:lvl2pPr>
          </a:lstStyle>
          <a:p>
            <a:pPr lvl="0"/>
            <a:r>
              <a:rPr lang="en-US" dirty="0"/>
              <a:t>[Feature text]</a:t>
            </a:r>
          </a:p>
        </p:txBody>
      </p:sp>
      <p:sp>
        <p:nvSpPr>
          <p:cNvPr id="23" name="Picture Placeholder 5">
            <a:extLst>
              <a:ext uri="{FF2B5EF4-FFF2-40B4-BE49-F238E27FC236}">
                <a16:creationId xmlns:a16="http://schemas.microsoft.com/office/drawing/2014/main" id="{84FBFEDF-8755-4CEB-AA17-B049ED246C14}"/>
              </a:ext>
            </a:extLst>
          </p:cNvPr>
          <p:cNvSpPr>
            <a:spLocks noGrp="1"/>
          </p:cNvSpPr>
          <p:nvPr>
            <p:ph type="pic" sz="quarter" idx="32" hasCustomPrompt="1"/>
          </p:nvPr>
        </p:nvSpPr>
        <p:spPr>
          <a:xfrm>
            <a:off x="610692" y="11038860"/>
            <a:ext cx="6300000" cy="5004000"/>
          </a:xfrm>
          <a:solidFill>
            <a:srgbClr val="D7D1CC"/>
          </a:solidFill>
        </p:spPr>
        <p:txBody>
          <a:bodyPr anchor="ctr"/>
          <a:lstStyle>
            <a:lvl1pPr algn="ctr">
              <a:lnSpc>
                <a:spcPct val="100000"/>
              </a:lnSpc>
              <a:spcBef>
                <a:spcPts val="0"/>
              </a:spcBef>
              <a:spcAft>
                <a:spcPts val="0"/>
              </a:spcAft>
              <a:defRPr/>
            </a:lvl1pPr>
          </a:lstStyle>
          <a:p>
            <a:r>
              <a:rPr lang="en-AU" dirty="0"/>
              <a:t>Click icon to insert pic</a:t>
            </a:r>
            <a:br>
              <a:rPr lang="en-AU" dirty="0"/>
            </a:br>
            <a:br>
              <a:rPr lang="en-AU" dirty="0"/>
            </a:br>
            <a:br>
              <a:rPr lang="en-AU" dirty="0"/>
            </a:br>
            <a:endParaRPr lang="en-AU" dirty="0"/>
          </a:p>
        </p:txBody>
      </p:sp>
      <p:sp>
        <p:nvSpPr>
          <p:cNvPr id="25" name="Picture Placeholder 5">
            <a:extLst>
              <a:ext uri="{FF2B5EF4-FFF2-40B4-BE49-F238E27FC236}">
                <a16:creationId xmlns:a16="http://schemas.microsoft.com/office/drawing/2014/main" id="{0693EAD1-462A-4ECC-9C4A-DDBEE428150D}"/>
              </a:ext>
            </a:extLst>
          </p:cNvPr>
          <p:cNvSpPr>
            <a:spLocks noGrp="1"/>
          </p:cNvSpPr>
          <p:nvPr>
            <p:ph type="pic" sz="quarter" idx="34" hasCustomPrompt="1"/>
          </p:nvPr>
        </p:nvSpPr>
        <p:spPr>
          <a:xfrm>
            <a:off x="7548520" y="19192260"/>
            <a:ext cx="6300000" cy="6458514"/>
          </a:xfrm>
          <a:solidFill>
            <a:srgbClr val="D7D1CC"/>
          </a:solidFill>
        </p:spPr>
        <p:txBody>
          <a:bodyPr anchor="ctr"/>
          <a:lstStyle>
            <a:lvl1pPr algn="ctr">
              <a:lnSpc>
                <a:spcPct val="100000"/>
              </a:lnSpc>
              <a:spcBef>
                <a:spcPts val="0"/>
              </a:spcBef>
              <a:spcAft>
                <a:spcPts val="0"/>
              </a:spcAft>
              <a:defRPr/>
            </a:lvl1pPr>
          </a:lstStyle>
          <a:p>
            <a:r>
              <a:rPr lang="en-AU" dirty="0"/>
              <a:t>Click icon to insert pic</a:t>
            </a:r>
            <a:br>
              <a:rPr lang="en-AU" dirty="0"/>
            </a:br>
            <a:br>
              <a:rPr lang="en-AU" dirty="0"/>
            </a:br>
            <a:br>
              <a:rPr lang="en-AU" dirty="0"/>
            </a:br>
            <a:endParaRPr lang="en-AU" dirty="0"/>
          </a:p>
        </p:txBody>
      </p:sp>
      <p:sp>
        <p:nvSpPr>
          <p:cNvPr id="28" name="Content Placeholder 9">
            <a:extLst>
              <a:ext uri="{FF2B5EF4-FFF2-40B4-BE49-F238E27FC236}">
                <a16:creationId xmlns:a16="http://schemas.microsoft.com/office/drawing/2014/main" id="{07222DC4-ED65-41BA-9AE9-3AB068E3D93C}"/>
              </a:ext>
            </a:extLst>
          </p:cNvPr>
          <p:cNvSpPr>
            <a:spLocks noGrp="1"/>
          </p:cNvSpPr>
          <p:nvPr>
            <p:ph sz="quarter" idx="36" hasCustomPrompt="1"/>
          </p:nvPr>
        </p:nvSpPr>
        <p:spPr>
          <a:xfrm>
            <a:off x="14472438" y="21226621"/>
            <a:ext cx="6300000" cy="6039347"/>
          </a:xfrm>
          <a:prstGeom prst="rect">
            <a:avLst/>
          </a:prstGeom>
          <a:noFill/>
        </p:spPr>
        <p:txBody>
          <a:bodyPr lIns="0" tIns="126000" rIns="0" bIns="126000">
            <a:normAutofit/>
          </a:bodyPr>
          <a:lstStyle>
            <a:lvl1pPr>
              <a:lnSpc>
                <a:spcPct val="100000"/>
              </a:lnSpc>
              <a:spcBef>
                <a:spcPts val="100"/>
              </a:spcBef>
              <a:defRPr lang="en-US" sz="1900" dirty="0"/>
            </a:lvl1pPr>
            <a:lvl2pPr>
              <a:lnSpc>
                <a:spcPct val="100000"/>
              </a:lnSpc>
              <a:spcBef>
                <a:spcPts val="100"/>
              </a:spcBef>
              <a:defRPr lang="en-US" sz="1900" dirty="0"/>
            </a:lvl2pPr>
            <a:lvl3pPr>
              <a:lnSpc>
                <a:spcPct val="100000"/>
              </a:lnSpc>
              <a:spcBef>
                <a:spcPts val="100"/>
              </a:spcBef>
              <a:defRPr lang="en-US" sz="1900" dirty="0"/>
            </a:lvl3pPr>
            <a:lvl4pPr>
              <a:lnSpc>
                <a:spcPct val="100000"/>
              </a:lnSpc>
              <a:spcBef>
                <a:spcPts val="600"/>
              </a:spcBef>
              <a:defRPr lang="en-US" dirty="0"/>
            </a:lvl4pPr>
            <a:lvl5pPr>
              <a:lnSpc>
                <a:spcPct val="100000"/>
              </a:lnSpc>
              <a:spcBef>
                <a:spcPts val="600"/>
              </a:spcBef>
              <a:defRPr lang="en-US" dirty="0"/>
            </a:lvl5pPr>
            <a:lvl6pPr>
              <a:spcBef>
                <a:spcPts val="600"/>
              </a:spcBef>
              <a:spcAft>
                <a:spcPts val="600"/>
              </a:spcAft>
              <a:defRPr lang="en-US" dirty="0"/>
            </a:lvl6pPr>
            <a:lvl7pPr>
              <a:spcBef>
                <a:spcPts val="600"/>
              </a:spcBef>
              <a:spcAft>
                <a:spcPts val="600"/>
              </a:spcAft>
              <a:defRPr lang="en-US" dirty="0"/>
            </a:lvl7pPr>
            <a:lvl8pPr>
              <a:spcBef>
                <a:spcPts val="600"/>
              </a:spcBef>
              <a:spcAft>
                <a:spcPts val="600"/>
              </a:spcAft>
              <a:defRPr lang="en-US" dirty="0"/>
            </a:lvl8pPr>
            <a:lvl9pPr>
              <a:spcBef>
                <a:spcPts val="600"/>
              </a:spcBef>
              <a:spcAft>
                <a:spcPts val="600"/>
              </a:spcAft>
              <a:defRPr lang="en-US" dirty="0"/>
            </a:lvl9pPr>
          </a:lstStyle>
          <a:p>
            <a:pPr lvl="0"/>
            <a:r>
              <a:rPr lang="en-US" dirty="0"/>
              <a:t>[Enter text/content]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
        <p:nvSpPr>
          <p:cNvPr id="29" name="Text Placeholder 3">
            <a:extLst>
              <a:ext uri="{FF2B5EF4-FFF2-40B4-BE49-F238E27FC236}">
                <a16:creationId xmlns:a16="http://schemas.microsoft.com/office/drawing/2014/main" id="{73DB9632-6B58-4B85-BAF1-CD327B3366E1}"/>
              </a:ext>
            </a:extLst>
          </p:cNvPr>
          <p:cNvSpPr>
            <a:spLocks noGrp="1"/>
          </p:cNvSpPr>
          <p:nvPr>
            <p:ph type="body" sz="quarter" idx="37" hasCustomPrompt="1"/>
          </p:nvPr>
        </p:nvSpPr>
        <p:spPr>
          <a:xfrm>
            <a:off x="14472438" y="20678775"/>
            <a:ext cx="6300000" cy="547164"/>
          </a:xfrm>
          <a:noFill/>
        </p:spPr>
        <p:txBody>
          <a:bodyPr lIns="0" tIns="97200" rIns="0" bIns="97200">
            <a:spAutoFit/>
          </a:bodyPr>
          <a:lstStyle>
            <a:lvl1pPr>
              <a:defRPr sz="2400" b="1">
                <a:solidFill>
                  <a:schemeClr val="accent1"/>
                </a:solidFill>
              </a:defRPr>
            </a:lvl1pPr>
            <a:lvl2pPr marL="0" indent="0">
              <a:buNone/>
              <a:defRPr/>
            </a:lvl2pPr>
          </a:lstStyle>
          <a:p>
            <a:pPr lvl="0"/>
            <a:r>
              <a:rPr lang="en-US" dirty="0"/>
              <a:t>[Heading text]</a:t>
            </a:r>
          </a:p>
        </p:txBody>
      </p:sp>
      <p:sp>
        <p:nvSpPr>
          <p:cNvPr id="31" name="Text Placeholder 3">
            <a:extLst>
              <a:ext uri="{FF2B5EF4-FFF2-40B4-BE49-F238E27FC236}">
                <a16:creationId xmlns:a16="http://schemas.microsoft.com/office/drawing/2014/main" id="{14AE396D-A57C-4020-9B70-0FBF18BDC634}"/>
              </a:ext>
            </a:extLst>
          </p:cNvPr>
          <p:cNvSpPr>
            <a:spLocks noGrp="1"/>
          </p:cNvSpPr>
          <p:nvPr>
            <p:ph type="body" sz="quarter" idx="39" hasCustomPrompt="1"/>
          </p:nvPr>
        </p:nvSpPr>
        <p:spPr>
          <a:xfrm>
            <a:off x="7548520" y="12785005"/>
            <a:ext cx="13221676" cy="1560513"/>
          </a:xfrm>
          <a:noFill/>
        </p:spPr>
        <p:txBody>
          <a:bodyPr lIns="0" tIns="0" rIns="0" bIns="0">
            <a:noAutofit/>
          </a:bodyPr>
          <a:lstStyle>
            <a:lvl1pPr>
              <a:defRPr sz="1700" b="0">
                <a:solidFill>
                  <a:schemeClr val="tx1"/>
                </a:solidFill>
              </a:defRPr>
            </a:lvl1pPr>
            <a:lvl2pPr marL="0" indent="0">
              <a:buNone/>
              <a:defRPr/>
            </a:lvl2pPr>
          </a:lstStyle>
          <a:p>
            <a:pPr lvl="0"/>
            <a:r>
              <a:rPr lang="en-US" dirty="0"/>
              <a:t>Figure 2: [Figure caption]</a:t>
            </a:r>
          </a:p>
        </p:txBody>
      </p:sp>
      <p:sp>
        <p:nvSpPr>
          <p:cNvPr id="33" name="Text Placeholder 3">
            <a:extLst>
              <a:ext uri="{FF2B5EF4-FFF2-40B4-BE49-F238E27FC236}">
                <a16:creationId xmlns:a16="http://schemas.microsoft.com/office/drawing/2014/main" id="{9E64CD43-B309-4448-9788-BA1A319BC575}"/>
              </a:ext>
            </a:extLst>
          </p:cNvPr>
          <p:cNvSpPr>
            <a:spLocks noGrp="1"/>
          </p:cNvSpPr>
          <p:nvPr>
            <p:ph type="body" sz="quarter" idx="41" hasCustomPrompt="1"/>
          </p:nvPr>
        </p:nvSpPr>
        <p:spPr>
          <a:xfrm>
            <a:off x="7548520" y="28486644"/>
            <a:ext cx="6299200" cy="1124570"/>
          </a:xfrm>
          <a:noFill/>
        </p:spPr>
        <p:txBody>
          <a:bodyPr lIns="0" tIns="0" rIns="0" bIns="0">
            <a:noAutofit/>
          </a:bodyPr>
          <a:lstStyle>
            <a:lvl1pPr>
              <a:defRPr sz="1700" b="0">
                <a:solidFill>
                  <a:schemeClr val="bg1"/>
                </a:solidFill>
              </a:defRPr>
            </a:lvl1pPr>
            <a:lvl2pPr marL="0" indent="0">
              <a:buNone/>
              <a:defRPr/>
            </a:lvl2pPr>
          </a:lstStyle>
          <a:p>
            <a:pPr lvl="0"/>
            <a:r>
              <a:rPr lang="en-US" dirty="0"/>
              <a:t>[Acknowledgements text]</a:t>
            </a:r>
          </a:p>
        </p:txBody>
      </p:sp>
      <p:cxnSp>
        <p:nvCxnSpPr>
          <p:cNvPr id="40" name="Straight Connector 39">
            <a:extLst>
              <a:ext uri="{FF2B5EF4-FFF2-40B4-BE49-F238E27FC236}">
                <a16:creationId xmlns:a16="http://schemas.microsoft.com/office/drawing/2014/main" id="{E672035C-588A-49D3-997F-1214843DE1FF}"/>
              </a:ext>
            </a:extLst>
          </p:cNvPr>
          <p:cNvCxnSpPr/>
          <p:nvPr userDrawn="1"/>
        </p:nvCxnSpPr>
        <p:spPr>
          <a:xfrm>
            <a:off x="611188" y="29171546"/>
            <a:ext cx="6192192"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42" name="Text Placeholder 3">
            <a:extLst>
              <a:ext uri="{FF2B5EF4-FFF2-40B4-BE49-F238E27FC236}">
                <a16:creationId xmlns:a16="http://schemas.microsoft.com/office/drawing/2014/main" id="{BEC75044-FCFE-49F2-927B-D01CB1326B5D}"/>
              </a:ext>
            </a:extLst>
          </p:cNvPr>
          <p:cNvSpPr>
            <a:spLocks noGrp="1"/>
          </p:cNvSpPr>
          <p:nvPr>
            <p:ph type="body" sz="quarter" idx="43" hasCustomPrompt="1"/>
          </p:nvPr>
        </p:nvSpPr>
        <p:spPr>
          <a:xfrm>
            <a:off x="1041040" y="28174463"/>
            <a:ext cx="3185292" cy="277768"/>
          </a:xfrm>
          <a:noFill/>
        </p:spPr>
        <p:txBody>
          <a:bodyPr wrap="square" lIns="0" tIns="0" rIns="0" bIns="0">
            <a:spAutoFit/>
          </a:bodyPr>
          <a:lstStyle>
            <a:lvl1pPr>
              <a:defRPr sz="1900" b="1">
                <a:solidFill>
                  <a:schemeClr val="bg1"/>
                </a:solidFill>
              </a:defRPr>
            </a:lvl1pPr>
            <a:lvl2pPr marL="0" indent="0">
              <a:buNone/>
              <a:defRPr/>
            </a:lvl2pPr>
          </a:lstStyle>
          <a:p>
            <a:pPr lvl="0"/>
            <a:r>
              <a:rPr lang="en-US" dirty="0"/>
              <a:t>f.surname@uq.edu.au</a:t>
            </a:r>
          </a:p>
        </p:txBody>
      </p:sp>
      <p:sp>
        <p:nvSpPr>
          <p:cNvPr id="43" name="Text Placeholder 3">
            <a:extLst>
              <a:ext uri="{FF2B5EF4-FFF2-40B4-BE49-F238E27FC236}">
                <a16:creationId xmlns:a16="http://schemas.microsoft.com/office/drawing/2014/main" id="{A3195BD1-2EFC-4056-B6F0-AF57BF3742F4}"/>
              </a:ext>
            </a:extLst>
          </p:cNvPr>
          <p:cNvSpPr>
            <a:spLocks noGrp="1"/>
          </p:cNvSpPr>
          <p:nvPr>
            <p:ph type="body" sz="quarter" idx="44" hasCustomPrompt="1"/>
          </p:nvPr>
        </p:nvSpPr>
        <p:spPr>
          <a:xfrm>
            <a:off x="1041040" y="28529194"/>
            <a:ext cx="3185292" cy="277768"/>
          </a:xfrm>
          <a:noFill/>
        </p:spPr>
        <p:txBody>
          <a:bodyPr wrap="square" lIns="0" tIns="0" rIns="0" bIns="0">
            <a:spAutoFit/>
          </a:bodyPr>
          <a:lstStyle>
            <a:lvl1pPr>
              <a:defRPr sz="1900" b="1">
                <a:solidFill>
                  <a:schemeClr val="bg1"/>
                </a:solidFill>
              </a:defRPr>
            </a:lvl1pPr>
            <a:lvl2pPr marL="0" indent="0">
              <a:buNone/>
              <a:defRPr/>
            </a:lvl2pPr>
          </a:lstStyle>
          <a:p>
            <a:pPr lvl="0"/>
            <a:r>
              <a:rPr lang="en-US" dirty="0" err="1"/>
              <a:t>Firstname</a:t>
            </a:r>
            <a:r>
              <a:rPr lang="en-US" dirty="0"/>
              <a:t> Surname</a:t>
            </a:r>
          </a:p>
        </p:txBody>
      </p:sp>
      <p:sp>
        <p:nvSpPr>
          <p:cNvPr id="44" name="Text Placeholder 3">
            <a:extLst>
              <a:ext uri="{FF2B5EF4-FFF2-40B4-BE49-F238E27FC236}">
                <a16:creationId xmlns:a16="http://schemas.microsoft.com/office/drawing/2014/main" id="{FA1686CA-6C92-4EA8-83CB-C754253E940D}"/>
              </a:ext>
            </a:extLst>
          </p:cNvPr>
          <p:cNvSpPr>
            <a:spLocks noGrp="1"/>
          </p:cNvSpPr>
          <p:nvPr>
            <p:ph type="body" sz="quarter" idx="45" hasCustomPrompt="1"/>
          </p:nvPr>
        </p:nvSpPr>
        <p:spPr>
          <a:xfrm>
            <a:off x="4744360" y="28174463"/>
            <a:ext cx="2635084" cy="277768"/>
          </a:xfrm>
          <a:noFill/>
        </p:spPr>
        <p:txBody>
          <a:bodyPr wrap="square" lIns="0" tIns="0" rIns="0" bIns="0">
            <a:spAutoFit/>
          </a:bodyPr>
          <a:lstStyle>
            <a:lvl1pPr>
              <a:defRPr sz="1900" b="1">
                <a:solidFill>
                  <a:schemeClr val="bg1"/>
                </a:solidFill>
              </a:defRPr>
            </a:lvl1pPr>
            <a:lvl2pPr marL="0" indent="0">
              <a:buNone/>
              <a:defRPr/>
            </a:lvl2pPr>
          </a:lstStyle>
          <a:p>
            <a:pPr lvl="0"/>
            <a:r>
              <a:rPr lang="en-US" dirty="0"/>
              <a:t>@researcher</a:t>
            </a:r>
          </a:p>
        </p:txBody>
      </p:sp>
      <p:sp>
        <p:nvSpPr>
          <p:cNvPr id="45" name="Content Placeholder 9">
            <a:extLst>
              <a:ext uri="{FF2B5EF4-FFF2-40B4-BE49-F238E27FC236}">
                <a16:creationId xmlns:a16="http://schemas.microsoft.com/office/drawing/2014/main" id="{D869CBBC-0917-4B87-97EB-5DBF0EA34E62}"/>
              </a:ext>
            </a:extLst>
          </p:cNvPr>
          <p:cNvSpPr>
            <a:spLocks noGrp="1"/>
          </p:cNvSpPr>
          <p:nvPr>
            <p:ph sz="quarter" idx="30" hasCustomPrompt="1"/>
          </p:nvPr>
        </p:nvSpPr>
        <p:spPr>
          <a:xfrm>
            <a:off x="14472438" y="16257324"/>
            <a:ext cx="6300000" cy="3776826"/>
          </a:xfrm>
          <a:prstGeom prst="rect">
            <a:avLst/>
          </a:prstGeom>
          <a:noFill/>
        </p:spPr>
        <p:txBody>
          <a:bodyPr lIns="0" tIns="126000" rIns="0" bIns="126000">
            <a:normAutofit/>
          </a:bodyPr>
          <a:lstStyle>
            <a:lvl1pPr>
              <a:lnSpc>
                <a:spcPct val="100000"/>
              </a:lnSpc>
              <a:spcBef>
                <a:spcPts val="100"/>
              </a:spcBef>
              <a:defRPr lang="en-US" sz="1900" dirty="0"/>
            </a:lvl1pPr>
            <a:lvl2pPr>
              <a:lnSpc>
                <a:spcPct val="100000"/>
              </a:lnSpc>
              <a:spcBef>
                <a:spcPts val="100"/>
              </a:spcBef>
              <a:defRPr lang="en-US" sz="1900" dirty="0"/>
            </a:lvl2pPr>
            <a:lvl3pPr>
              <a:lnSpc>
                <a:spcPct val="100000"/>
              </a:lnSpc>
              <a:spcBef>
                <a:spcPts val="100"/>
              </a:spcBef>
              <a:defRPr lang="en-US" sz="1900" dirty="0"/>
            </a:lvl3pPr>
            <a:lvl4pPr>
              <a:lnSpc>
                <a:spcPct val="100000"/>
              </a:lnSpc>
              <a:spcBef>
                <a:spcPts val="600"/>
              </a:spcBef>
              <a:defRPr lang="en-US" dirty="0"/>
            </a:lvl4pPr>
            <a:lvl5pPr>
              <a:lnSpc>
                <a:spcPct val="100000"/>
              </a:lnSpc>
              <a:spcBef>
                <a:spcPts val="600"/>
              </a:spcBef>
              <a:defRPr lang="en-US" dirty="0"/>
            </a:lvl5pPr>
            <a:lvl6pPr>
              <a:spcBef>
                <a:spcPts val="600"/>
              </a:spcBef>
              <a:spcAft>
                <a:spcPts val="600"/>
              </a:spcAft>
              <a:defRPr lang="en-US" dirty="0"/>
            </a:lvl6pPr>
            <a:lvl7pPr>
              <a:spcBef>
                <a:spcPts val="600"/>
              </a:spcBef>
              <a:spcAft>
                <a:spcPts val="600"/>
              </a:spcAft>
              <a:defRPr lang="en-US" dirty="0"/>
            </a:lvl7pPr>
            <a:lvl8pPr>
              <a:spcBef>
                <a:spcPts val="600"/>
              </a:spcBef>
              <a:spcAft>
                <a:spcPts val="600"/>
              </a:spcAft>
              <a:defRPr lang="en-US" dirty="0"/>
            </a:lvl8pPr>
            <a:lvl9pPr>
              <a:spcBef>
                <a:spcPts val="600"/>
              </a:spcBef>
              <a:spcAft>
                <a:spcPts val="600"/>
              </a:spcAft>
              <a:defRPr lang="en-US" dirty="0"/>
            </a:lvl9pPr>
          </a:lstStyle>
          <a:p>
            <a:pPr lvl="0"/>
            <a:r>
              <a:rPr lang="en-US" dirty="0"/>
              <a:t>[Enter text/content]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8" name="Text Placeholder 3">
            <a:extLst>
              <a:ext uri="{FF2B5EF4-FFF2-40B4-BE49-F238E27FC236}">
                <a16:creationId xmlns:a16="http://schemas.microsoft.com/office/drawing/2014/main" id="{E93910CA-4BE7-4096-8149-1CFA5B6815B7}"/>
              </a:ext>
            </a:extLst>
          </p:cNvPr>
          <p:cNvSpPr>
            <a:spLocks noGrp="1"/>
          </p:cNvSpPr>
          <p:nvPr>
            <p:ph type="body" sz="quarter" idx="47" hasCustomPrompt="1"/>
          </p:nvPr>
        </p:nvSpPr>
        <p:spPr>
          <a:xfrm>
            <a:off x="14470020" y="14547028"/>
            <a:ext cx="6300000" cy="547164"/>
          </a:xfrm>
          <a:noFill/>
        </p:spPr>
        <p:txBody>
          <a:bodyPr lIns="0" tIns="97200" rIns="0" bIns="97200">
            <a:spAutoFit/>
          </a:bodyPr>
          <a:lstStyle>
            <a:lvl1pPr>
              <a:defRPr sz="2400" b="1">
                <a:solidFill>
                  <a:schemeClr val="accent1"/>
                </a:solidFill>
              </a:defRPr>
            </a:lvl1pPr>
            <a:lvl2pPr marL="0" indent="0">
              <a:buNone/>
              <a:defRPr/>
            </a:lvl2pPr>
          </a:lstStyle>
          <a:p>
            <a:pPr lvl="0"/>
            <a:r>
              <a:rPr lang="en-US" dirty="0"/>
              <a:t>[Heading text]</a:t>
            </a:r>
          </a:p>
        </p:txBody>
      </p:sp>
      <p:sp>
        <p:nvSpPr>
          <p:cNvPr id="49" name="Text Placeholder 3">
            <a:extLst>
              <a:ext uri="{FF2B5EF4-FFF2-40B4-BE49-F238E27FC236}">
                <a16:creationId xmlns:a16="http://schemas.microsoft.com/office/drawing/2014/main" id="{8C680BC7-8038-4630-AFDD-C5B079ECB2D2}"/>
              </a:ext>
            </a:extLst>
          </p:cNvPr>
          <p:cNvSpPr>
            <a:spLocks noGrp="1"/>
          </p:cNvSpPr>
          <p:nvPr>
            <p:ph type="body" sz="quarter" idx="48" hasCustomPrompt="1"/>
          </p:nvPr>
        </p:nvSpPr>
        <p:spPr>
          <a:xfrm>
            <a:off x="14470020" y="15109140"/>
            <a:ext cx="6300000" cy="1148184"/>
          </a:xfrm>
          <a:gradFill flip="none" rotWithShape="1">
            <a:gsLst>
              <a:gs pos="0">
                <a:schemeClr val="accent1"/>
              </a:gs>
              <a:gs pos="85000">
                <a:srgbClr val="7A2884"/>
              </a:gs>
              <a:gs pos="100000">
                <a:srgbClr val="962A8B"/>
              </a:gs>
            </a:gsLst>
            <a:lin ang="0" scaled="1"/>
            <a:tileRect/>
          </a:gradFill>
        </p:spPr>
        <p:txBody>
          <a:bodyPr lIns="180000" tIns="90000" rIns="180000" bIns="90000" anchor="ctr">
            <a:noAutofit/>
          </a:bodyPr>
          <a:lstStyle>
            <a:lvl1pPr>
              <a:defRPr sz="2800" b="1">
                <a:solidFill>
                  <a:schemeClr val="bg1"/>
                </a:solidFill>
              </a:defRPr>
            </a:lvl1pPr>
            <a:lvl2pPr marL="0" indent="0">
              <a:buNone/>
              <a:defRPr/>
            </a:lvl2pPr>
          </a:lstStyle>
          <a:p>
            <a:pPr lvl="0"/>
            <a:r>
              <a:rPr lang="en-US" dirty="0"/>
              <a:t>[Feature text]</a:t>
            </a:r>
          </a:p>
        </p:txBody>
      </p:sp>
    </p:spTree>
    <p:extLst>
      <p:ext uri="{BB962C8B-B14F-4D97-AF65-F5344CB8AC3E}">
        <p14:creationId xmlns:p14="http://schemas.microsoft.com/office/powerpoint/2010/main" val="19095721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10692" y="539032"/>
            <a:ext cx="20090232" cy="707886"/>
          </a:xfrm>
          <a:prstGeom prst="rect">
            <a:avLst/>
          </a:prstGeom>
        </p:spPr>
        <p:txBody>
          <a:bodyPr vert="horz" lIns="0" tIns="0" rIns="0" bIns="0" rtlCol="0" anchor="t">
            <a:spAutoFit/>
          </a:bodyPr>
          <a:lstStyle/>
          <a:p>
            <a:r>
              <a:rPr lang="en-US" dirty="0"/>
              <a:t>[Title]</a:t>
            </a:r>
            <a:endParaRPr lang="en-AU" dirty="0"/>
          </a:p>
        </p:txBody>
      </p:sp>
      <p:sp>
        <p:nvSpPr>
          <p:cNvPr id="4" name="Text Placeholder 3">
            <a:extLst>
              <a:ext uri="{FF2B5EF4-FFF2-40B4-BE49-F238E27FC236}">
                <a16:creationId xmlns:a16="http://schemas.microsoft.com/office/drawing/2014/main" id="{BDF8D2AE-3583-4708-BD46-43C743300E11}"/>
              </a:ext>
            </a:extLst>
          </p:cNvPr>
          <p:cNvSpPr>
            <a:spLocks noGrp="1"/>
          </p:cNvSpPr>
          <p:nvPr>
            <p:ph type="body" idx="1"/>
          </p:nvPr>
        </p:nvSpPr>
        <p:spPr>
          <a:xfrm>
            <a:off x="610692" y="4048126"/>
            <a:ext cx="20161746" cy="23258462"/>
          </a:xfrm>
          <a:prstGeom prst="rect">
            <a:avLst/>
          </a:prstGeom>
        </p:spPr>
        <p:txBody>
          <a:bodyPr vert="horz" lIns="0" tIns="0" rIns="0" bIns="0" rtlCol="0">
            <a:normAutofit/>
          </a:bodyPr>
          <a:lstStyle/>
          <a:p>
            <a:pPr lvl="0"/>
            <a:r>
              <a:rPr lang="en-US" dirty="0"/>
              <a:t>First level</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
        <p:nvSpPr>
          <p:cNvPr id="10" name="Footer Placeholder 9">
            <a:extLst>
              <a:ext uri="{FF2B5EF4-FFF2-40B4-BE49-F238E27FC236}">
                <a16:creationId xmlns:a16="http://schemas.microsoft.com/office/drawing/2014/main" id="{5AFA0A4D-1147-4515-879E-EFB1FC1999C9}"/>
              </a:ext>
            </a:extLst>
          </p:cNvPr>
          <p:cNvSpPr>
            <a:spLocks noGrp="1"/>
          </p:cNvSpPr>
          <p:nvPr>
            <p:ph type="ftr" sz="quarter" idx="3"/>
          </p:nvPr>
        </p:nvSpPr>
        <p:spPr>
          <a:xfrm>
            <a:off x="754064" y="29543973"/>
            <a:ext cx="7216775" cy="300232"/>
          </a:xfrm>
          <a:prstGeom prst="rect">
            <a:avLst/>
          </a:prstGeom>
        </p:spPr>
        <p:txBody>
          <a:bodyPr vert="horz" lIns="0" tIns="0" rIns="0" bIns="0" rtlCol="0" anchor="ctr"/>
          <a:lstStyle>
            <a:lvl1pPr algn="l">
              <a:defRPr sz="1200">
                <a:solidFill>
                  <a:schemeClr val="bg1"/>
                </a:solidFill>
              </a:defRPr>
            </a:lvl1pPr>
          </a:lstStyle>
          <a:p>
            <a:r>
              <a:rPr lang="en-AU"/>
              <a:t>CRICOS Provider Number 00025B</a:t>
            </a:r>
            <a:endParaRPr lang="en-AU" dirty="0"/>
          </a:p>
        </p:txBody>
      </p:sp>
    </p:spTree>
    <p:extLst>
      <p:ext uri="{BB962C8B-B14F-4D97-AF65-F5344CB8AC3E}">
        <p14:creationId xmlns:p14="http://schemas.microsoft.com/office/powerpoint/2010/main" val="3786833112"/>
      </p:ext>
    </p:extLst>
  </p:cSld>
  <p:clrMap bg1="lt1" tx1="dk1" bg2="lt2" tx2="dk2" accent1="accent1" accent2="accent2" accent3="accent3" accent4="accent4" accent5="accent5" accent6="accent6" hlink="hlink" folHlink="folHlink"/>
  <p:sldLayoutIdLst>
    <p:sldLayoutId id="2147483650" r:id="rId1"/>
    <p:sldLayoutId id="2147483654" r:id="rId2"/>
    <p:sldLayoutId id="2147483655" r:id="rId3"/>
    <p:sldLayoutId id="2147483656" r:id="rId4"/>
    <p:sldLayoutId id="2147483657" r:id="rId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dt="0"/>
  <p:txStyles>
    <p:titleStyle>
      <a:lvl1pPr algn="l" defTabSz="913302" rtl="0" eaLnBrk="1" latinLnBrk="0" hangingPunct="1">
        <a:lnSpc>
          <a:spcPct val="100000"/>
        </a:lnSpc>
        <a:spcBef>
          <a:spcPct val="0"/>
        </a:spcBef>
        <a:buNone/>
        <a:defRPr sz="4600" b="1" kern="1200">
          <a:solidFill>
            <a:schemeClr val="accent1"/>
          </a:solidFill>
          <a:latin typeface="+mj-lt"/>
          <a:ea typeface="+mj-ea"/>
          <a:cs typeface="+mj-cs"/>
        </a:defRPr>
      </a:lvl1pPr>
    </p:titleStyle>
    <p:bodyStyle>
      <a:lvl1pPr marL="0" indent="0" algn="l" defTabSz="913302" rtl="0" eaLnBrk="1" latinLnBrk="0" hangingPunct="1">
        <a:lnSpc>
          <a:spcPct val="95000"/>
        </a:lnSpc>
        <a:spcBef>
          <a:spcPts val="100"/>
        </a:spcBef>
        <a:spcAft>
          <a:spcPts val="100"/>
        </a:spcAft>
        <a:buClr>
          <a:schemeClr val="tx1"/>
        </a:buClr>
        <a:buFont typeface="+mj-lt"/>
        <a:buNone/>
        <a:defRPr lang="en-US" sz="1900" b="0" kern="1200" dirty="0">
          <a:solidFill>
            <a:schemeClr val="tx1"/>
          </a:solidFill>
          <a:latin typeface="+mn-lt"/>
          <a:ea typeface="+mn-ea"/>
          <a:cs typeface="+mn-cs"/>
        </a:defRPr>
      </a:lvl1pPr>
      <a:lvl2pPr marL="266700" indent="-266700" algn="l" defTabSz="913302" rtl="0" eaLnBrk="1" latinLnBrk="0" hangingPunct="1">
        <a:lnSpc>
          <a:spcPct val="95000"/>
        </a:lnSpc>
        <a:spcBef>
          <a:spcPts val="100"/>
        </a:spcBef>
        <a:spcAft>
          <a:spcPts val="100"/>
        </a:spcAft>
        <a:buClr>
          <a:schemeClr val="tx1"/>
        </a:buClr>
        <a:buFont typeface="Arial" panose="020B0604020202020204" pitchFamily="34" charset="0"/>
        <a:buChar char="•"/>
        <a:defRPr lang="en-US" sz="1900" b="0" kern="1200" dirty="0">
          <a:solidFill>
            <a:schemeClr val="tx1"/>
          </a:solidFill>
          <a:latin typeface="+mn-lt"/>
          <a:ea typeface="+mn-ea"/>
          <a:cs typeface="+mn-cs"/>
        </a:defRPr>
      </a:lvl2pPr>
      <a:lvl3pPr marL="542925" indent="-276225" algn="l" defTabSz="913302" rtl="0" eaLnBrk="1" latinLnBrk="0" hangingPunct="1">
        <a:lnSpc>
          <a:spcPct val="95000"/>
        </a:lnSpc>
        <a:spcBef>
          <a:spcPts val="100"/>
        </a:spcBef>
        <a:spcAft>
          <a:spcPts val="100"/>
        </a:spcAft>
        <a:buClrTx/>
        <a:buFont typeface="Tahoma" panose="020B0604030504040204" pitchFamily="34" charset="0"/>
        <a:buChar char="–"/>
        <a:defRPr lang="en-US" sz="1900" kern="1200" baseline="0" dirty="0">
          <a:solidFill>
            <a:schemeClr val="tx1"/>
          </a:solidFill>
          <a:latin typeface="+mn-lt"/>
          <a:ea typeface="+mn-ea"/>
          <a:cs typeface="+mn-cs"/>
        </a:defRPr>
      </a:lvl3pPr>
      <a:lvl4pPr marL="266700" indent="0" algn="l" defTabSz="913302" rtl="0" eaLnBrk="1" latinLnBrk="0" hangingPunct="1">
        <a:lnSpc>
          <a:spcPct val="100000"/>
        </a:lnSpc>
        <a:spcBef>
          <a:spcPts val="600"/>
        </a:spcBef>
        <a:spcAft>
          <a:spcPts val="600"/>
        </a:spcAft>
        <a:buFont typeface="Wingdings" panose="05000000000000000000" pitchFamily="2" charset="2"/>
        <a:buNone/>
        <a:defRPr lang="en-US" sz="2200" kern="1200" baseline="0" dirty="0">
          <a:solidFill>
            <a:schemeClr val="accent1"/>
          </a:solidFill>
          <a:latin typeface="+mn-lt"/>
          <a:ea typeface="+mn-ea"/>
          <a:cs typeface="+mn-cs"/>
        </a:defRPr>
      </a:lvl4pPr>
      <a:lvl5pPr marL="0" indent="0" algn="l" defTabSz="913302" rtl="0" eaLnBrk="1" latinLnBrk="0" hangingPunct="1">
        <a:lnSpc>
          <a:spcPct val="100000"/>
        </a:lnSpc>
        <a:spcBef>
          <a:spcPts val="600"/>
        </a:spcBef>
        <a:spcAft>
          <a:spcPts val="600"/>
        </a:spcAft>
        <a:buFont typeface="Arial" panose="020B0604020202020204" pitchFamily="34" charset="0"/>
        <a:buNone/>
        <a:defRPr lang="en-US" sz="2200" b="1" kern="1200" baseline="0" dirty="0">
          <a:solidFill>
            <a:schemeClr val="accent1"/>
          </a:solidFill>
          <a:latin typeface="+mn-lt"/>
          <a:ea typeface="+mn-ea"/>
          <a:cs typeface="+mn-cs"/>
        </a:defRPr>
      </a:lvl5pPr>
      <a:lvl6pPr marL="0" indent="0" algn="l" defTabSz="913302" rtl="0" eaLnBrk="1" latinLnBrk="0" hangingPunct="1">
        <a:spcBef>
          <a:spcPts val="600"/>
        </a:spcBef>
        <a:spcAft>
          <a:spcPts val="600"/>
        </a:spcAft>
        <a:buFont typeface="Arial" pitchFamily="34" charset="0"/>
        <a:buNone/>
        <a:defRPr lang="en-AU" sz="2800" b="1" kern="1200" baseline="0" dirty="0">
          <a:solidFill>
            <a:schemeClr val="bg1"/>
          </a:solidFill>
          <a:latin typeface="+mn-lt"/>
          <a:ea typeface="+mn-ea"/>
          <a:cs typeface="+mn-cs"/>
        </a:defRPr>
      </a:lvl6pPr>
      <a:lvl7pPr marL="0" indent="0" algn="l" defTabSz="913302" rtl="0" eaLnBrk="1" latinLnBrk="0" hangingPunct="1">
        <a:spcBef>
          <a:spcPts val="600"/>
        </a:spcBef>
        <a:spcAft>
          <a:spcPts val="600"/>
        </a:spcAft>
        <a:buFont typeface="Arial" pitchFamily="34" charset="0"/>
        <a:buNone/>
        <a:defRPr sz="2797" b="0" kern="1200">
          <a:solidFill>
            <a:schemeClr val="tx1"/>
          </a:solidFill>
          <a:latin typeface="+mn-lt"/>
          <a:ea typeface="+mn-ea"/>
          <a:cs typeface="+mn-cs"/>
        </a:defRPr>
      </a:lvl7pPr>
      <a:lvl8pPr marL="539351" indent="-269676" algn="l" defTabSz="913302" rtl="0" eaLnBrk="1" latinLnBrk="0" hangingPunct="1">
        <a:spcBef>
          <a:spcPts val="600"/>
        </a:spcBef>
        <a:spcAft>
          <a:spcPts val="600"/>
        </a:spcAft>
        <a:buFont typeface="Arial Rounded MT" panose="02000403040000020004" pitchFamily="2" charset="0"/>
        <a:buChar char="–"/>
        <a:defRPr sz="2797" b="0" kern="1200">
          <a:solidFill>
            <a:schemeClr val="tx1"/>
          </a:solidFill>
          <a:latin typeface="+mn-lt"/>
          <a:ea typeface="+mn-ea"/>
          <a:cs typeface="+mn-cs"/>
        </a:defRPr>
      </a:lvl8pPr>
      <a:lvl9pPr marL="809027" indent="-269676" algn="l" defTabSz="913302" rtl="0" eaLnBrk="1" latinLnBrk="0" hangingPunct="1">
        <a:spcBef>
          <a:spcPts val="600"/>
        </a:spcBef>
        <a:spcAft>
          <a:spcPts val="600"/>
        </a:spcAft>
        <a:buFont typeface="Arial" pitchFamily="34" charset="0"/>
        <a:buChar char="•"/>
        <a:defRPr sz="2797" b="0" kern="1200">
          <a:solidFill>
            <a:schemeClr val="tx1"/>
          </a:solidFill>
          <a:latin typeface="+mn-lt"/>
          <a:ea typeface="+mn-ea"/>
          <a:cs typeface="+mn-cs"/>
        </a:defRPr>
      </a:lvl9pPr>
    </p:bodyStyle>
    <p:otherStyle>
      <a:defPPr>
        <a:defRPr lang="en-US"/>
      </a:defPPr>
      <a:lvl1pPr marL="0" algn="l" defTabSz="913302" rtl="0" eaLnBrk="1" latinLnBrk="0" hangingPunct="1">
        <a:defRPr sz="1798" kern="1200">
          <a:solidFill>
            <a:schemeClr val="tx1"/>
          </a:solidFill>
          <a:latin typeface="+mn-lt"/>
          <a:ea typeface="+mn-ea"/>
          <a:cs typeface="+mn-cs"/>
        </a:defRPr>
      </a:lvl1pPr>
      <a:lvl2pPr marL="456650" algn="l" defTabSz="913302" rtl="0" eaLnBrk="1" latinLnBrk="0" hangingPunct="1">
        <a:defRPr sz="1798" kern="1200">
          <a:solidFill>
            <a:schemeClr val="tx1"/>
          </a:solidFill>
          <a:latin typeface="+mn-lt"/>
          <a:ea typeface="+mn-ea"/>
          <a:cs typeface="+mn-cs"/>
        </a:defRPr>
      </a:lvl2pPr>
      <a:lvl3pPr marL="913302" algn="l" defTabSz="913302" rtl="0" eaLnBrk="1" latinLnBrk="0" hangingPunct="1">
        <a:defRPr sz="1798" kern="1200">
          <a:solidFill>
            <a:schemeClr val="tx1"/>
          </a:solidFill>
          <a:latin typeface="+mn-lt"/>
          <a:ea typeface="+mn-ea"/>
          <a:cs typeface="+mn-cs"/>
        </a:defRPr>
      </a:lvl3pPr>
      <a:lvl4pPr marL="1369952" algn="l" defTabSz="913302" rtl="0" eaLnBrk="1" latinLnBrk="0" hangingPunct="1">
        <a:defRPr sz="1798" kern="1200">
          <a:solidFill>
            <a:schemeClr val="tx1"/>
          </a:solidFill>
          <a:latin typeface="+mn-lt"/>
          <a:ea typeface="+mn-ea"/>
          <a:cs typeface="+mn-cs"/>
        </a:defRPr>
      </a:lvl4pPr>
      <a:lvl5pPr marL="1826602" algn="l" defTabSz="913302" rtl="0" eaLnBrk="1" latinLnBrk="0" hangingPunct="1">
        <a:defRPr sz="1798" kern="1200">
          <a:solidFill>
            <a:schemeClr val="tx1"/>
          </a:solidFill>
          <a:latin typeface="+mn-lt"/>
          <a:ea typeface="+mn-ea"/>
          <a:cs typeface="+mn-cs"/>
        </a:defRPr>
      </a:lvl5pPr>
      <a:lvl6pPr marL="2283254" algn="l" defTabSz="913302" rtl="0" eaLnBrk="1" latinLnBrk="0" hangingPunct="1">
        <a:defRPr sz="1798" kern="1200">
          <a:solidFill>
            <a:schemeClr val="tx1"/>
          </a:solidFill>
          <a:latin typeface="+mn-lt"/>
          <a:ea typeface="+mn-ea"/>
          <a:cs typeface="+mn-cs"/>
        </a:defRPr>
      </a:lvl6pPr>
      <a:lvl7pPr marL="2739904" algn="l" defTabSz="913302" rtl="0" eaLnBrk="1" latinLnBrk="0" hangingPunct="1">
        <a:defRPr sz="1798" kern="1200">
          <a:solidFill>
            <a:schemeClr val="tx1"/>
          </a:solidFill>
          <a:latin typeface="+mn-lt"/>
          <a:ea typeface="+mn-ea"/>
          <a:cs typeface="+mn-cs"/>
        </a:defRPr>
      </a:lvl7pPr>
      <a:lvl8pPr marL="3196556" algn="l" defTabSz="913302" rtl="0" eaLnBrk="1" latinLnBrk="0" hangingPunct="1">
        <a:defRPr sz="1798" kern="1200">
          <a:solidFill>
            <a:schemeClr val="tx1"/>
          </a:solidFill>
          <a:latin typeface="+mn-lt"/>
          <a:ea typeface="+mn-ea"/>
          <a:cs typeface="+mn-cs"/>
        </a:defRPr>
      </a:lvl8pPr>
      <a:lvl9pPr marL="3653206" algn="l" defTabSz="913302" rtl="0" eaLnBrk="1" latinLnBrk="0" hangingPunct="1">
        <a:defRPr sz="1798"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9536" userDrawn="1">
          <p15:clr>
            <a:srgbClr val="F26B43"/>
          </p15:clr>
        </p15:guide>
        <p15:guide id="2" pos="6735" userDrawn="1">
          <p15:clr>
            <a:srgbClr val="F26B43"/>
          </p15:clr>
        </p15:guide>
        <p15:guide id="7" orient="horz" pos="2550" userDrawn="1">
          <p15:clr>
            <a:srgbClr val="F26B43"/>
          </p15:clr>
        </p15:guide>
        <p15:guide id="11" orient="horz" pos="17201" userDrawn="1">
          <p15:clr>
            <a:srgbClr val="F26B43"/>
          </p15:clr>
        </p15:guide>
        <p15:guide id="20" pos="13085" userDrawn="1">
          <p15:clr>
            <a:srgbClr val="F26B43"/>
          </p15:clr>
        </p15:guide>
        <p15:guide id="21" pos="385" userDrawn="1">
          <p15:clr>
            <a:srgbClr val="F26B43"/>
          </p15:clr>
        </p15:guide>
        <p15:guide id="22" orient="horz" pos="17746"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4.xml"/><Relationship Id="rId6" Type="http://schemas.openxmlformats.org/officeDocument/2006/relationships/image" Target="../media/image8.sv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svg"/><Relationship Id="rId9"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ext Placeholder 17">
            <a:extLst>
              <a:ext uri="{FF2B5EF4-FFF2-40B4-BE49-F238E27FC236}">
                <a16:creationId xmlns:a16="http://schemas.microsoft.com/office/drawing/2014/main" id="{772BA70E-F55D-44C2-81C1-6792D1E81F59}"/>
              </a:ext>
            </a:extLst>
          </p:cNvPr>
          <p:cNvSpPr>
            <a:spLocks noGrp="1"/>
          </p:cNvSpPr>
          <p:nvPr>
            <p:ph type="body" sz="quarter" idx="38"/>
          </p:nvPr>
        </p:nvSpPr>
        <p:spPr>
          <a:xfrm>
            <a:off x="383853" y="13473540"/>
            <a:ext cx="6489225" cy="840698"/>
          </a:xfrm>
        </p:spPr>
        <p:txBody>
          <a:bodyPr/>
          <a:lstStyle/>
          <a:p>
            <a:r>
              <a:rPr lang="en-AU" i="1" dirty="0"/>
              <a:t>Figure 1: </a:t>
            </a:r>
            <a:r>
              <a:rPr lang="en-AU" dirty="0"/>
              <a:t>Scheme of the main steps in multiple imputation analysis  Van Buren S (2018) </a:t>
            </a:r>
            <a:r>
              <a:rPr lang="en-AU" i="1" dirty="0"/>
              <a:t>Flexible </a:t>
            </a:r>
            <a:r>
              <a:rPr lang="en-AU" i="1" dirty="0" err="1"/>
              <a:t>Imuptation</a:t>
            </a:r>
            <a:r>
              <a:rPr lang="en-AU" i="1" dirty="0"/>
              <a:t> of Missing Data: Second Edition</a:t>
            </a:r>
            <a:endParaRPr lang="en-AU" dirty="0"/>
          </a:p>
        </p:txBody>
      </p:sp>
      <p:sp>
        <p:nvSpPr>
          <p:cNvPr id="6" name="Text Placeholder 5">
            <a:extLst>
              <a:ext uri="{FF2B5EF4-FFF2-40B4-BE49-F238E27FC236}">
                <a16:creationId xmlns:a16="http://schemas.microsoft.com/office/drawing/2014/main" id="{00400456-5115-4246-8A21-C0776957D38A}"/>
              </a:ext>
            </a:extLst>
          </p:cNvPr>
          <p:cNvSpPr>
            <a:spLocks noGrp="1"/>
          </p:cNvSpPr>
          <p:nvPr>
            <p:ph type="body" sz="quarter" idx="22"/>
          </p:nvPr>
        </p:nvSpPr>
        <p:spPr>
          <a:xfrm>
            <a:off x="369324" y="8684022"/>
            <a:ext cx="6299200" cy="547164"/>
          </a:xfrm>
        </p:spPr>
        <p:txBody>
          <a:bodyPr/>
          <a:lstStyle/>
          <a:p>
            <a:r>
              <a:rPr lang="en-AU" dirty="0"/>
              <a:t>Methods</a:t>
            </a:r>
          </a:p>
        </p:txBody>
      </p:sp>
      <p:sp>
        <p:nvSpPr>
          <p:cNvPr id="9" name="Text Placeholder 8">
            <a:extLst>
              <a:ext uri="{FF2B5EF4-FFF2-40B4-BE49-F238E27FC236}">
                <a16:creationId xmlns:a16="http://schemas.microsoft.com/office/drawing/2014/main" id="{3F32CC1D-531A-4365-B884-1E66F9D30ED7}"/>
              </a:ext>
            </a:extLst>
          </p:cNvPr>
          <p:cNvSpPr>
            <a:spLocks noGrp="1"/>
          </p:cNvSpPr>
          <p:nvPr>
            <p:ph type="body" sz="quarter" idx="26"/>
          </p:nvPr>
        </p:nvSpPr>
        <p:spPr>
          <a:xfrm>
            <a:off x="366744" y="4178581"/>
            <a:ext cx="6299200" cy="547164"/>
          </a:xfrm>
        </p:spPr>
        <p:txBody>
          <a:bodyPr/>
          <a:lstStyle/>
          <a:p>
            <a:r>
              <a:rPr lang="en-AU" dirty="0"/>
              <a:t>Introduction</a:t>
            </a:r>
          </a:p>
        </p:txBody>
      </p:sp>
      <p:pic>
        <p:nvPicPr>
          <p:cNvPr id="58" name="Content Placeholder 57" descr="A graph of a graph&#10;&#10;Description automatically generated">
            <a:extLst>
              <a:ext uri="{FF2B5EF4-FFF2-40B4-BE49-F238E27FC236}">
                <a16:creationId xmlns:a16="http://schemas.microsoft.com/office/drawing/2014/main" id="{81179E5D-5744-385F-CC2A-AE01E90FBE83}"/>
              </a:ext>
            </a:extLst>
          </p:cNvPr>
          <p:cNvPicPr>
            <a:picLocks noGrp="1" noChangeAspect="1"/>
          </p:cNvPicPr>
          <p:nvPr>
            <p:ph sz="quarter" idx="30"/>
          </p:nvPr>
        </p:nvPicPr>
        <p:blipFill>
          <a:blip r:embed="rId2"/>
          <a:stretch>
            <a:fillRect/>
          </a:stretch>
        </p:blipFill>
        <p:spPr>
          <a:xfrm>
            <a:off x="6983740" y="22884914"/>
            <a:ext cx="6167097" cy="4111398"/>
          </a:xfrm>
        </p:spPr>
      </p:pic>
      <p:sp>
        <p:nvSpPr>
          <p:cNvPr id="17" name="Text Placeholder 16">
            <a:extLst>
              <a:ext uri="{FF2B5EF4-FFF2-40B4-BE49-F238E27FC236}">
                <a16:creationId xmlns:a16="http://schemas.microsoft.com/office/drawing/2014/main" id="{7818EFA3-D9D6-4BFA-8C43-56556CD5A96E}"/>
              </a:ext>
            </a:extLst>
          </p:cNvPr>
          <p:cNvSpPr>
            <a:spLocks noGrp="1"/>
          </p:cNvSpPr>
          <p:nvPr>
            <p:ph type="body" sz="quarter" idx="37"/>
          </p:nvPr>
        </p:nvSpPr>
        <p:spPr>
          <a:xfrm>
            <a:off x="7611635" y="18176055"/>
            <a:ext cx="6299200" cy="547164"/>
          </a:xfrm>
        </p:spPr>
        <p:txBody>
          <a:bodyPr/>
          <a:lstStyle/>
          <a:p>
            <a:r>
              <a:rPr lang="en-AU" dirty="0"/>
              <a:t>Results</a:t>
            </a:r>
          </a:p>
        </p:txBody>
      </p:sp>
      <p:sp>
        <p:nvSpPr>
          <p:cNvPr id="22" name="Text Placeholder 21">
            <a:extLst>
              <a:ext uri="{FF2B5EF4-FFF2-40B4-BE49-F238E27FC236}">
                <a16:creationId xmlns:a16="http://schemas.microsoft.com/office/drawing/2014/main" id="{EF49B888-E315-4D01-961A-59D1774FA774}"/>
              </a:ext>
            </a:extLst>
          </p:cNvPr>
          <p:cNvSpPr>
            <a:spLocks noGrp="1"/>
          </p:cNvSpPr>
          <p:nvPr>
            <p:ph type="body" sz="quarter" idx="43"/>
          </p:nvPr>
        </p:nvSpPr>
        <p:spPr>
          <a:xfrm>
            <a:off x="1041040" y="28527189"/>
            <a:ext cx="3185292" cy="277768"/>
          </a:xfrm>
        </p:spPr>
        <p:txBody>
          <a:bodyPr/>
          <a:lstStyle/>
          <a:p>
            <a:r>
              <a:rPr lang="en-AU" dirty="0"/>
              <a:t>r.elsongreen@uq.edu.au</a:t>
            </a:r>
          </a:p>
        </p:txBody>
      </p:sp>
      <p:sp>
        <p:nvSpPr>
          <p:cNvPr id="28" name="TextBox 27">
            <a:extLst>
              <a:ext uri="{FF2B5EF4-FFF2-40B4-BE49-F238E27FC236}">
                <a16:creationId xmlns:a16="http://schemas.microsoft.com/office/drawing/2014/main" id="{3C44C80F-D359-453C-B117-A6F21F92796A}"/>
              </a:ext>
            </a:extLst>
          </p:cNvPr>
          <p:cNvSpPr txBox="1"/>
          <p:nvPr/>
        </p:nvSpPr>
        <p:spPr>
          <a:xfrm>
            <a:off x="4744360" y="28504186"/>
            <a:ext cx="1152560" cy="292388"/>
          </a:xfrm>
          <a:prstGeom prst="rect">
            <a:avLst/>
          </a:prstGeom>
          <a:noFill/>
        </p:spPr>
        <p:txBody>
          <a:bodyPr wrap="none" lIns="0" tIns="0" rIns="0" bIns="0" rtlCol="0">
            <a:spAutoFit/>
          </a:bodyPr>
          <a:lstStyle/>
          <a:p>
            <a:r>
              <a:rPr lang="en-AU" sz="1900" b="1" dirty="0" err="1">
                <a:solidFill>
                  <a:schemeClr val="accent1"/>
                </a:solidFill>
              </a:rPr>
              <a:t>uq.edu.au</a:t>
            </a:r>
            <a:endParaRPr lang="en-AU" sz="1900" b="1" dirty="0">
              <a:solidFill>
                <a:schemeClr val="accent1"/>
              </a:solidFill>
            </a:endParaRPr>
          </a:p>
        </p:txBody>
      </p:sp>
      <p:pic>
        <p:nvPicPr>
          <p:cNvPr id="34" name="Graphic 33">
            <a:extLst>
              <a:ext uri="{FF2B5EF4-FFF2-40B4-BE49-F238E27FC236}">
                <a16:creationId xmlns:a16="http://schemas.microsoft.com/office/drawing/2014/main" id="{41601830-8F1A-4E53-8F3A-8F54ED223DC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0692" y="28523780"/>
            <a:ext cx="266700" cy="266700"/>
          </a:xfrm>
          <a:prstGeom prst="rect">
            <a:avLst/>
          </a:prstGeom>
        </p:spPr>
      </p:pic>
      <p:pic>
        <p:nvPicPr>
          <p:cNvPr id="37" name="Graphic 36">
            <a:extLst>
              <a:ext uri="{FF2B5EF4-FFF2-40B4-BE49-F238E27FC236}">
                <a16:creationId xmlns:a16="http://schemas.microsoft.com/office/drawing/2014/main" id="{E3CB2876-5D01-4B29-9C1F-FF644454351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355108" y="28544806"/>
            <a:ext cx="266700" cy="266700"/>
          </a:xfrm>
          <a:prstGeom prst="rect">
            <a:avLst/>
          </a:prstGeom>
        </p:spPr>
      </p:pic>
      <p:sp>
        <p:nvSpPr>
          <p:cNvPr id="26" name="Footer Placeholder 15">
            <a:extLst>
              <a:ext uri="{FF2B5EF4-FFF2-40B4-BE49-F238E27FC236}">
                <a16:creationId xmlns:a16="http://schemas.microsoft.com/office/drawing/2014/main" id="{880F50FD-250C-15DB-D2EE-BE08BDC9A177}"/>
              </a:ext>
            </a:extLst>
          </p:cNvPr>
          <p:cNvSpPr txBox="1">
            <a:spLocks/>
          </p:cNvSpPr>
          <p:nvPr/>
        </p:nvSpPr>
        <p:spPr>
          <a:xfrm rot="16200000">
            <a:off x="19766315" y="26144405"/>
            <a:ext cx="2172776" cy="165365"/>
          </a:xfrm>
          <a:prstGeom prst="rect">
            <a:avLst/>
          </a:prstGeom>
        </p:spPr>
        <p:txBody>
          <a:bodyPr/>
          <a:lstStyle>
            <a:defPPr>
              <a:defRPr lang="en-US"/>
            </a:defPPr>
            <a:lvl1pPr marL="0" algn="l" defTabSz="2479578" rtl="0" eaLnBrk="1" latinLnBrk="0" hangingPunct="1">
              <a:defRPr sz="4881" kern="1200">
                <a:solidFill>
                  <a:schemeClr val="tx1"/>
                </a:solidFill>
                <a:latin typeface="+mn-lt"/>
                <a:ea typeface="+mn-ea"/>
                <a:cs typeface="+mn-cs"/>
              </a:defRPr>
            </a:lvl1pPr>
            <a:lvl2pPr marL="1239789" algn="l" defTabSz="2479578" rtl="0" eaLnBrk="1" latinLnBrk="0" hangingPunct="1">
              <a:defRPr sz="4881" kern="1200">
                <a:solidFill>
                  <a:schemeClr val="tx1"/>
                </a:solidFill>
                <a:latin typeface="+mn-lt"/>
                <a:ea typeface="+mn-ea"/>
                <a:cs typeface="+mn-cs"/>
              </a:defRPr>
            </a:lvl2pPr>
            <a:lvl3pPr marL="2479578" algn="l" defTabSz="2479578" rtl="0" eaLnBrk="1" latinLnBrk="0" hangingPunct="1">
              <a:defRPr sz="4881" kern="1200">
                <a:solidFill>
                  <a:schemeClr val="tx1"/>
                </a:solidFill>
                <a:latin typeface="+mn-lt"/>
                <a:ea typeface="+mn-ea"/>
                <a:cs typeface="+mn-cs"/>
              </a:defRPr>
            </a:lvl3pPr>
            <a:lvl4pPr marL="3719368" algn="l" defTabSz="2479578" rtl="0" eaLnBrk="1" latinLnBrk="0" hangingPunct="1">
              <a:defRPr sz="4881" kern="1200">
                <a:solidFill>
                  <a:schemeClr val="tx1"/>
                </a:solidFill>
                <a:latin typeface="+mn-lt"/>
                <a:ea typeface="+mn-ea"/>
                <a:cs typeface="+mn-cs"/>
              </a:defRPr>
            </a:lvl4pPr>
            <a:lvl5pPr marL="4959157" algn="l" defTabSz="2479578" rtl="0" eaLnBrk="1" latinLnBrk="0" hangingPunct="1">
              <a:defRPr sz="4881" kern="1200">
                <a:solidFill>
                  <a:schemeClr val="tx1"/>
                </a:solidFill>
                <a:latin typeface="+mn-lt"/>
                <a:ea typeface="+mn-ea"/>
                <a:cs typeface="+mn-cs"/>
              </a:defRPr>
            </a:lvl5pPr>
            <a:lvl6pPr marL="6198946" algn="l" defTabSz="2479578" rtl="0" eaLnBrk="1" latinLnBrk="0" hangingPunct="1">
              <a:defRPr sz="4881" kern="1200">
                <a:solidFill>
                  <a:schemeClr val="tx1"/>
                </a:solidFill>
                <a:latin typeface="+mn-lt"/>
                <a:ea typeface="+mn-ea"/>
                <a:cs typeface="+mn-cs"/>
              </a:defRPr>
            </a:lvl6pPr>
            <a:lvl7pPr marL="7438735" algn="l" defTabSz="2479578" rtl="0" eaLnBrk="1" latinLnBrk="0" hangingPunct="1">
              <a:defRPr sz="4881" kern="1200">
                <a:solidFill>
                  <a:schemeClr val="tx1"/>
                </a:solidFill>
                <a:latin typeface="+mn-lt"/>
                <a:ea typeface="+mn-ea"/>
                <a:cs typeface="+mn-cs"/>
              </a:defRPr>
            </a:lvl7pPr>
            <a:lvl8pPr marL="8678525" algn="l" defTabSz="2479578" rtl="0" eaLnBrk="1" latinLnBrk="0" hangingPunct="1">
              <a:defRPr sz="4881" kern="1200">
                <a:solidFill>
                  <a:schemeClr val="tx1"/>
                </a:solidFill>
                <a:latin typeface="+mn-lt"/>
                <a:ea typeface="+mn-ea"/>
                <a:cs typeface="+mn-cs"/>
              </a:defRPr>
            </a:lvl8pPr>
            <a:lvl9pPr marL="9918314" algn="l" defTabSz="2479578" rtl="0" eaLnBrk="1" latinLnBrk="0" hangingPunct="1">
              <a:defRPr sz="4881" kern="1200">
                <a:solidFill>
                  <a:schemeClr val="tx1"/>
                </a:solidFill>
                <a:latin typeface="+mn-lt"/>
                <a:ea typeface="+mn-ea"/>
                <a:cs typeface="+mn-cs"/>
              </a:defRPr>
            </a:lvl9pPr>
          </a:lstStyle>
          <a:p>
            <a:r>
              <a:rPr lang="en-AU" sz="900" dirty="0"/>
              <a:t>CRICOS 00025B • TEQSA PRV12080 </a:t>
            </a:r>
          </a:p>
        </p:txBody>
      </p:sp>
      <p:pic>
        <p:nvPicPr>
          <p:cNvPr id="92" name="Content Placeholder 91" descr="A graph of a tree depth&#10;&#10;Description automatically generated">
            <a:extLst>
              <a:ext uri="{FF2B5EF4-FFF2-40B4-BE49-F238E27FC236}">
                <a16:creationId xmlns:a16="http://schemas.microsoft.com/office/drawing/2014/main" id="{0186C58F-E301-7D0A-3B9D-AF7810FD75B3}"/>
              </a:ext>
            </a:extLst>
          </p:cNvPr>
          <p:cNvPicPr>
            <a:picLocks noGrp="1" noChangeAspect="1"/>
          </p:cNvPicPr>
          <p:nvPr>
            <p:ph sz="quarter" idx="25"/>
          </p:nvPr>
        </p:nvPicPr>
        <p:blipFill>
          <a:blip r:embed="rId7"/>
          <a:stretch>
            <a:fillRect/>
          </a:stretch>
        </p:blipFill>
        <p:spPr>
          <a:xfrm>
            <a:off x="879979" y="22901618"/>
            <a:ext cx="6124813" cy="4083209"/>
          </a:xfrm>
        </p:spPr>
      </p:pic>
      <p:sp>
        <p:nvSpPr>
          <p:cNvPr id="100" name="Content Placeholder 99">
            <a:extLst>
              <a:ext uri="{FF2B5EF4-FFF2-40B4-BE49-F238E27FC236}">
                <a16:creationId xmlns:a16="http://schemas.microsoft.com/office/drawing/2014/main" id="{93E92B0F-1680-7148-7DA1-2D57ABA8BEE9}"/>
              </a:ext>
            </a:extLst>
          </p:cNvPr>
          <p:cNvSpPr>
            <a:spLocks noGrp="1"/>
          </p:cNvSpPr>
          <p:nvPr>
            <p:ph sz="quarter" idx="36"/>
          </p:nvPr>
        </p:nvSpPr>
        <p:spPr>
          <a:xfrm>
            <a:off x="468138" y="4796442"/>
            <a:ext cx="6096411" cy="3860444"/>
          </a:xfrm>
        </p:spPr>
        <p:txBody>
          <a:bodyPr>
            <a:normAutofit/>
          </a:bodyPr>
          <a:lstStyle/>
          <a:p>
            <a:r>
              <a:rPr lang="en-AU" dirty="0"/>
              <a:t>Here I propose the use of Diffusion bridges as the primary form of evolution along the tree, allowing us to work backwards from observable values and estimate ancestral characters in a Bayesian framework.</a:t>
            </a:r>
          </a:p>
          <a:p>
            <a:r>
              <a:rPr lang="en-AU" dirty="0"/>
              <a:t>Diffusion bridges are a class of SDEs extending from an existing SDE, in the simplest case Brownian Motion (BM) where the value (</a:t>
            </a:r>
            <a:r>
              <a:rPr lang="en-AU" i="1" dirty="0"/>
              <a:t>v</a:t>
            </a:r>
            <a:r>
              <a:rPr lang="en-AU" dirty="0"/>
              <a:t>) at a time </a:t>
            </a:r>
            <a:r>
              <a:rPr lang="en-AU" i="1" dirty="0"/>
              <a:t>T</a:t>
            </a:r>
            <a:r>
              <a:rPr lang="en-AU" dirty="0"/>
              <a:t> is known, there exists a set of possible solutions to the SDE, and we can solve for what they could be. </a:t>
            </a:r>
          </a:p>
          <a:p>
            <a:r>
              <a:rPr lang="en-AU" dirty="0"/>
              <a:t>Extending this to our phylogeny, given two known tip values we can simulate BM over the branches between them (</a:t>
            </a:r>
            <a:r>
              <a:rPr lang="en-AU" i="1" dirty="0"/>
              <a:t>T</a:t>
            </a:r>
            <a:r>
              <a:rPr lang="en-AU" dirty="0"/>
              <a:t>) to our known value (v).</a:t>
            </a:r>
          </a:p>
          <a:p>
            <a:endParaRPr lang="en-AU" dirty="0"/>
          </a:p>
        </p:txBody>
      </p:sp>
      <p:sp>
        <p:nvSpPr>
          <p:cNvPr id="115" name="Text Placeholder 27">
            <a:extLst>
              <a:ext uri="{FF2B5EF4-FFF2-40B4-BE49-F238E27FC236}">
                <a16:creationId xmlns:a16="http://schemas.microsoft.com/office/drawing/2014/main" id="{4E7EAB6D-FCBA-3A81-7D0D-1B8C25530EE2}"/>
              </a:ext>
            </a:extLst>
          </p:cNvPr>
          <p:cNvSpPr txBox="1">
            <a:spLocks/>
          </p:cNvSpPr>
          <p:nvPr/>
        </p:nvSpPr>
        <p:spPr>
          <a:xfrm>
            <a:off x="610692" y="2699272"/>
            <a:ext cx="20160000" cy="276999"/>
          </a:xfrm>
          <a:prstGeom prst="rect">
            <a:avLst/>
          </a:prstGeom>
        </p:spPr>
        <p:txBody>
          <a:bodyPr vert="horz" lIns="0" tIns="0" rIns="0" bIns="0" rtlCol="0">
            <a:spAutoFit/>
          </a:bodyPr>
          <a:lstStyle>
            <a:lvl1pPr marL="0" indent="0" algn="l" defTabSz="913302" rtl="0" eaLnBrk="1" latinLnBrk="0" hangingPunct="1">
              <a:lnSpc>
                <a:spcPct val="100000"/>
              </a:lnSpc>
              <a:spcBef>
                <a:spcPts val="300"/>
              </a:spcBef>
              <a:spcAft>
                <a:spcPts val="300"/>
              </a:spcAft>
              <a:buClr>
                <a:schemeClr val="tx1"/>
              </a:buClr>
              <a:buFont typeface="+mj-lt"/>
              <a:buNone/>
              <a:defRPr lang="en-US" sz="1800" b="0" i="0" kern="1200" baseline="0" dirty="0">
                <a:solidFill>
                  <a:schemeClr val="bg1"/>
                </a:solidFill>
                <a:latin typeface="+mn-lt"/>
                <a:ea typeface="+mn-ea"/>
                <a:cs typeface="+mn-cs"/>
              </a:defRPr>
            </a:lvl1pPr>
            <a:lvl2pPr marL="266700" indent="-266700" algn="l" defTabSz="913302" rtl="0" eaLnBrk="1" latinLnBrk="0" hangingPunct="1">
              <a:lnSpc>
                <a:spcPct val="95000"/>
              </a:lnSpc>
              <a:spcBef>
                <a:spcPts val="100"/>
              </a:spcBef>
              <a:spcAft>
                <a:spcPts val="100"/>
              </a:spcAft>
              <a:buClr>
                <a:schemeClr val="tx1"/>
              </a:buClr>
              <a:buFont typeface="Arial" panose="020B0604020202020204" pitchFamily="34" charset="0"/>
              <a:buChar char="•"/>
              <a:defRPr lang="en-US" sz="1900" b="0" kern="1200" dirty="0">
                <a:solidFill>
                  <a:schemeClr val="tx1"/>
                </a:solidFill>
                <a:latin typeface="+mn-lt"/>
                <a:ea typeface="+mn-ea"/>
                <a:cs typeface="+mn-cs"/>
              </a:defRPr>
            </a:lvl2pPr>
            <a:lvl3pPr marL="542925" indent="-276225" algn="l" defTabSz="913302" rtl="0" eaLnBrk="1" latinLnBrk="0" hangingPunct="1">
              <a:lnSpc>
                <a:spcPct val="95000"/>
              </a:lnSpc>
              <a:spcBef>
                <a:spcPts val="100"/>
              </a:spcBef>
              <a:spcAft>
                <a:spcPts val="100"/>
              </a:spcAft>
              <a:buClrTx/>
              <a:buFont typeface="Tahoma" panose="020B0604030504040204" pitchFamily="34" charset="0"/>
              <a:buChar char="–"/>
              <a:defRPr lang="en-US" sz="1900" kern="1200" baseline="0" dirty="0">
                <a:solidFill>
                  <a:schemeClr val="tx1"/>
                </a:solidFill>
                <a:latin typeface="+mn-lt"/>
                <a:ea typeface="+mn-ea"/>
                <a:cs typeface="+mn-cs"/>
              </a:defRPr>
            </a:lvl3pPr>
            <a:lvl4pPr marL="266700" indent="0" algn="l" defTabSz="913302" rtl="0" eaLnBrk="1" latinLnBrk="0" hangingPunct="1">
              <a:lnSpc>
                <a:spcPct val="100000"/>
              </a:lnSpc>
              <a:spcBef>
                <a:spcPts val="600"/>
              </a:spcBef>
              <a:spcAft>
                <a:spcPts val="600"/>
              </a:spcAft>
              <a:buFont typeface="Wingdings" panose="05000000000000000000" pitchFamily="2" charset="2"/>
              <a:buNone/>
              <a:defRPr lang="en-US" sz="2200" kern="1200" baseline="0" dirty="0">
                <a:solidFill>
                  <a:schemeClr val="accent1"/>
                </a:solidFill>
                <a:latin typeface="+mn-lt"/>
                <a:ea typeface="+mn-ea"/>
                <a:cs typeface="+mn-cs"/>
              </a:defRPr>
            </a:lvl4pPr>
            <a:lvl5pPr marL="0" indent="0" algn="l" defTabSz="913302" rtl="0" eaLnBrk="1" latinLnBrk="0" hangingPunct="1">
              <a:lnSpc>
                <a:spcPct val="100000"/>
              </a:lnSpc>
              <a:spcBef>
                <a:spcPts val="600"/>
              </a:spcBef>
              <a:spcAft>
                <a:spcPts val="600"/>
              </a:spcAft>
              <a:buFont typeface="Arial" panose="020B0604020202020204" pitchFamily="34" charset="0"/>
              <a:buNone/>
              <a:defRPr lang="en-US" sz="2200" b="1" kern="1200" baseline="0" dirty="0">
                <a:solidFill>
                  <a:schemeClr val="accent1"/>
                </a:solidFill>
                <a:latin typeface="+mn-lt"/>
                <a:ea typeface="+mn-ea"/>
                <a:cs typeface="+mn-cs"/>
              </a:defRPr>
            </a:lvl5pPr>
            <a:lvl6pPr marL="0" indent="0" algn="l" defTabSz="913302" rtl="0" eaLnBrk="1" latinLnBrk="0" hangingPunct="1">
              <a:spcBef>
                <a:spcPts val="600"/>
              </a:spcBef>
              <a:spcAft>
                <a:spcPts val="600"/>
              </a:spcAft>
              <a:buFont typeface="Arial" pitchFamily="34" charset="0"/>
              <a:buNone/>
              <a:defRPr lang="en-AU" sz="2800" b="1" kern="1200" baseline="0" dirty="0">
                <a:solidFill>
                  <a:schemeClr val="bg1"/>
                </a:solidFill>
                <a:latin typeface="+mn-lt"/>
                <a:ea typeface="+mn-ea"/>
                <a:cs typeface="+mn-cs"/>
              </a:defRPr>
            </a:lvl6pPr>
            <a:lvl7pPr marL="0" indent="0" algn="l" defTabSz="913302" rtl="0" eaLnBrk="1" latinLnBrk="0" hangingPunct="1">
              <a:spcBef>
                <a:spcPts val="600"/>
              </a:spcBef>
              <a:spcAft>
                <a:spcPts val="600"/>
              </a:spcAft>
              <a:buFont typeface="Arial" pitchFamily="34" charset="0"/>
              <a:buNone/>
              <a:defRPr sz="2797" b="0" kern="1200">
                <a:solidFill>
                  <a:schemeClr val="tx1"/>
                </a:solidFill>
                <a:latin typeface="+mn-lt"/>
                <a:ea typeface="+mn-ea"/>
                <a:cs typeface="+mn-cs"/>
              </a:defRPr>
            </a:lvl7pPr>
            <a:lvl8pPr marL="539351" indent="-269676" algn="l" defTabSz="913302" rtl="0" eaLnBrk="1" latinLnBrk="0" hangingPunct="1">
              <a:spcBef>
                <a:spcPts val="600"/>
              </a:spcBef>
              <a:spcAft>
                <a:spcPts val="600"/>
              </a:spcAft>
              <a:buFont typeface="Arial Rounded MT" panose="02000403040000020004" pitchFamily="2" charset="0"/>
              <a:buChar char="–"/>
              <a:defRPr sz="2797" b="0" kern="1200">
                <a:solidFill>
                  <a:schemeClr val="tx1"/>
                </a:solidFill>
                <a:latin typeface="+mn-lt"/>
                <a:ea typeface="+mn-ea"/>
                <a:cs typeface="+mn-cs"/>
              </a:defRPr>
            </a:lvl8pPr>
            <a:lvl9pPr marL="809027" indent="-269676" algn="l" defTabSz="913302" rtl="0" eaLnBrk="1" latinLnBrk="0" hangingPunct="1">
              <a:spcBef>
                <a:spcPts val="600"/>
              </a:spcBef>
              <a:spcAft>
                <a:spcPts val="600"/>
              </a:spcAft>
              <a:buFont typeface="Arial" pitchFamily="34" charset="0"/>
              <a:buChar char="•"/>
              <a:defRPr sz="2797" b="0" kern="1200">
                <a:solidFill>
                  <a:schemeClr val="tx1"/>
                </a:solidFill>
                <a:latin typeface="+mn-lt"/>
                <a:ea typeface="+mn-ea"/>
                <a:cs typeface="+mn-cs"/>
              </a:defRPr>
            </a:lvl9pPr>
          </a:lstStyle>
          <a:p>
            <a:r>
              <a:rPr lang="en-AU" baseline="30000"/>
              <a:t>1</a:t>
            </a:r>
            <a:r>
              <a:rPr lang="en-AU"/>
              <a:t> School of the Environment, The University of Queensland, St Lucia, QLD, Australia</a:t>
            </a:r>
          </a:p>
        </p:txBody>
      </p:sp>
      <p:sp>
        <p:nvSpPr>
          <p:cNvPr id="116" name="Title 25">
            <a:extLst>
              <a:ext uri="{FF2B5EF4-FFF2-40B4-BE49-F238E27FC236}">
                <a16:creationId xmlns:a16="http://schemas.microsoft.com/office/drawing/2014/main" id="{13DB8368-F533-25B6-AEB4-CFD339502DD7}"/>
              </a:ext>
            </a:extLst>
          </p:cNvPr>
          <p:cNvSpPr>
            <a:spLocks noGrp="1"/>
          </p:cNvSpPr>
          <p:nvPr>
            <p:ph type="title"/>
          </p:nvPr>
        </p:nvSpPr>
        <p:spPr>
          <a:xfrm>
            <a:off x="610692" y="539032"/>
            <a:ext cx="20160000" cy="1415772"/>
          </a:xfrm>
        </p:spPr>
        <p:txBody>
          <a:bodyPr/>
          <a:lstStyle/>
          <a:p>
            <a:r>
              <a:rPr lang="en-AU" dirty="0"/>
              <a:t>We’ll Cross That Bridge When We Get There: Ancestral Character Reconstruction with Monte Carlo Diffusion Bridge Sampling </a:t>
            </a:r>
          </a:p>
        </p:txBody>
      </p:sp>
      <p:sp>
        <p:nvSpPr>
          <p:cNvPr id="117" name="Text Placeholder 28">
            <a:extLst>
              <a:ext uri="{FF2B5EF4-FFF2-40B4-BE49-F238E27FC236}">
                <a16:creationId xmlns:a16="http://schemas.microsoft.com/office/drawing/2014/main" id="{4B042ADF-060B-0A2F-7180-039C1C4345F5}"/>
              </a:ext>
            </a:extLst>
          </p:cNvPr>
          <p:cNvSpPr txBox="1">
            <a:spLocks/>
          </p:cNvSpPr>
          <p:nvPr/>
        </p:nvSpPr>
        <p:spPr>
          <a:xfrm>
            <a:off x="610692" y="2104159"/>
            <a:ext cx="20160000" cy="430887"/>
          </a:xfrm>
          <a:prstGeom prst="rect">
            <a:avLst/>
          </a:prstGeom>
        </p:spPr>
        <p:txBody>
          <a:bodyPr vert="horz" lIns="0" tIns="0" rIns="0" bIns="0" rtlCol="0" anchor="t">
            <a:spAutoFit/>
          </a:bodyPr>
          <a:lstStyle>
            <a:lvl1pPr marL="0" indent="0" algn="l" defTabSz="913302" rtl="0" eaLnBrk="1" latinLnBrk="0" hangingPunct="1">
              <a:lnSpc>
                <a:spcPct val="100000"/>
              </a:lnSpc>
              <a:spcBef>
                <a:spcPts val="0"/>
              </a:spcBef>
              <a:spcAft>
                <a:spcPts val="0"/>
              </a:spcAft>
              <a:buClr>
                <a:schemeClr val="tx1"/>
              </a:buClr>
              <a:buFont typeface="+mj-lt"/>
              <a:buNone/>
              <a:defRPr lang="en-US" sz="2800" b="1" kern="1200">
                <a:solidFill>
                  <a:schemeClr val="bg1"/>
                </a:solidFill>
                <a:latin typeface="+mn-lt"/>
                <a:ea typeface="+mn-ea"/>
                <a:cs typeface="+mn-cs"/>
              </a:defRPr>
            </a:lvl1pPr>
            <a:lvl2pPr marL="266700" indent="-266700" algn="l" defTabSz="913302" rtl="0" eaLnBrk="1" latinLnBrk="0" hangingPunct="1">
              <a:lnSpc>
                <a:spcPct val="95000"/>
              </a:lnSpc>
              <a:spcBef>
                <a:spcPts val="100"/>
              </a:spcBef>
              <a:spcAft>
                <a:spcPts val="100"/>
              </a:spcAft>
              <a:buClr>
                <a:schemeClr val="tx1"/>
              </a:buClr>
              <a:buFont typeface="Arial" panose="020B0604020202020204" pitchFamily="34" charset="0"/>
              <a:buChar char="•"/>
              <a:defRPr lang="en-US" sz="1900" b="0" kern="1200" dirty="0">
                <a:solidFill>
                  <a:schemeClr val="tx1"/>
                </a:solidFill>
                <a:latin typeface="+mn-lt"/>
                <a:ea typeface="+mn-ea"/>
                <a:cs typeface="+mn-cs"/>
              </a:defRPr>
            </a:lvl2pPr>
            <a:lvl3pPr marL="542925" indent="-276225" algn="l" defTabSz="913302" rtl="0" eaLnBrk="1" latinLnBrk="0" hangingPunct="1">
              <a:lnSpc>
                <a:spcPct val="95000"/>
              </a:lnSpc>
              <a:spcBef>
                <a:spcPts val="100"/>
              </a:spcBef>
              <a:spcAft>
                <a:spcPts val="100"/>
              </a:spcAft>
              <a:buClrTx/>
              <a:buFont typeface="Tahoma" panose="020B0604030504040204" pitchFamily="34" charset="0"/>
              <a:buChar char="–"/>
              <a:defRPr lang="en-US" sz="1900" kern="1200" baseline="0" dirty="0">
                <a:solidFill>
                  <a:schemeClr val="tx1"/>
                </a:solidFill>
                <a:latin typeface="+mn-lt"/>
                <a:ea typeface="+mn-ea"/>
                <a:cs typeface="+mn-cs"/>
              </a:defRPr>
            </a:lvl3pPr>
            <a:lvl4pPr marL="266700" indent="0" algn="l" defTabSz="913302" rtl="0" eaLnBrk="1" latinLnBrk="0" hangingPunct="1">
              <a:lnSpc>
                <a:spcPct val="100000"/>
              </a:lnSpc>
              <a:spcBef>
                <a:spcPts val="600"/>
              </a:spcBef>
              <a:spcAft>
                <a:spcPts val="600"/>
              </a:spcAft>
              <a:buFont typeface="Wingdings" panose="05000000000000000000" pitchFamily="2" charset="2"/>
              <a:buNone/>
              <a:defRPr lang="en-US" sz="2200" kern="1200" baseline="0" dirty="0">
                <a:solidFill>
                  <a:schemeClr val="accent1"/>
                </a:solidFill>
                <a:latin typeface="+mn-lt"/>
                <a:ea typeface="+mn-ea"/>
                <a:cs typeface="+mn-cs"/>
              </a:defRPr>
            </a:lvl4pPr>
            <a:lvl5pPr marL="0" indent="0" algn="l" defTabSz="913302" rtl="0" eaLnBrk="1" latinLnBrk="0" hangingPunct="1">
              <a:lnSpc>
                <a:spcPct val="100000"/>
              </a:lnSpc>
              <a:spcBef>
                <a:spcPts val="600"/>
              </a:spcBef>
              <a:spcAft>
                <a:spcPts val="600"/>
              </a:spcAft>
              <a:buFont typeface="Arial" panose="020B0604020202020204" pitchFamily="34" charset="0"/>
              <a:buNone/>
              <a:defRPr lang="en-US" sz="2200" b="1" kern="1200" baseline="0" dirty="0">
                <a:solidFill>
                  <a:schemeClr val="accent1"/>
                </a:solidFill>
                <a:latin typeface="+mn-lt"/>
                <a:ea typeface="+mn-ea"/>
                <a:cs typeface="+mn-cs"/>
              </a:defRPr>
            </a:lvl5pPr>
            <a:lvl6pPr marL="0" indent="0" algn="l" defTabSz="913302" rtl="0" eaLnBrk="1" latinLnBrk="0" hangingPunct="1">
              <a:spcBef>
                <a:spcPts val="600"/>
              </a:spcBef>
              <a:spcAft>
                <a:spcPts val="600"/>
              </a:spcAft>
              <a:buFont typeface="Arial" pitchFamily="34" charset="0"/>
              <a:buNone/>
              <a:defRPr lang="en-AU" sz="2800" b="1" kern="1200" baseline="0" dirty="0">
                <a:solidFill>
                  <a:schemeClr val="bg1"/>
                </a:solidFill>
                <a:latin typeface="+mn-lt"/>
                <a:ea typeface="+mn-ea"/>
                <a:cs typeface="+mn-cs"/>
              </a:defRPr>
            </a:lvl6pPr>
            <a:lvl7pPr marL="0" indent="0" algn="l" defTabSz="913302" rtl="0" eaLnBrk="1" latinLnBrk="0" hangingPunct="1">
              <a:spcBef>
                <a:spcPts val="600"/>
              </a:spcBef>
              <a:spcAft>
                <a:spcPts val="600"/>
              </a:spcAft>
              <a:buFont typeface="Arial" pitchFamily="34" charset="0"/>
              <a:buNone/>
              <a:defRPr sz="2797" b="0" kern="1200">
                <a:solidFill>
                  <a:schemeClr val="tx1"/>
                </a:solidFill>
                <a:latin typeface="+mn-lt"/>
                <a:ea typeface="+mn-ea"/>
                <a:cs typeface="+mn-cs"/>
              </a:defRPr>
            </a:lvl7pPr>
            <a:lvl8pPr marL="539351" indent="-269676" algn="l" defTabSz="913302" rtl="0" eaLnBrk="1" latinLnBrk="0" hangingPunct="1">
              <a:spcBef>
                <a:spcPts val="600"/>
              </a:spcBef>
              <a:spcAft>
                <a:spcPts val="600"/>
              </a:spcAft>
              <a:buFont typeface="Arial Rounded MT" panose="02000403040000020004" pitchFamily="2" charset="0"/>
              <a:buChar char="–"/>
              <a:defRPr sz="2797" b="0" kern="1200">
                <a:solidFill>
                  <a:schemeClr val="tx1"/>
                </a:solidFill>
                <a:latin typeface="+mn-lt"/>
                <a:ea typeface="+mn-ea"/>
                <a:cs typeface="+mn-cs"/>
              </a:defRPr>
            </a:lvl8pPr>
            <a:lvl9pPr marL="809027" indent="-269676" algn="l" defTabSz="913302" rtl="0" eaLnBrk="1" latinLnBrk="0" hangingPunct="1">
              <a:spcBef>
                <a:spcPts val="600"/>
              </a:spcBef>
              <a:spcAft>
                <a:spcPts val="600"/>
              </a:spcAft>
              <a:buFont typeface="Arial" pitchFamily="34" charset="0"/>
              <a:buChar char="•"/>
              <a:defRPr sz="2797" b="0" kern="1200">
                <a:solidFill>
                  <a:schemeClr val="tx1"/>
                </a:solidFill>
                <a:latin typeface="+mn-lt"/>
                <a:ea typeface="+mn-ea"/>
                <a:cs typeface="+mn-cs"/>
              </a:defRPr>
            </a:lvl9pPr>
          </a:lstStyle>
          <a:p>
            <a:r>
              <a:rPr lang="en-AU" dirty="0"/>
              <a:t>Rowan Elson-Green</a:t>
            </a:r>
            <a:r>
              <a:rPr lang="en-AU" baseline="30000" dirty="0"/>
              <a:t>1</a:t>
            </a:r>
            <a:r>
              <a:rPr lang="en-AU" dirty="0"/>
              <a:t>, Simone Blomberg</a:t>
            </a:r>
            <a:r>
              <a:rPr lang="en-AU" b="0" baseline="30000" dirty="0"/>
              <a:t>1</a:t>
            </a:r>
          </a:p>
        </p:txBody>
      </p:sp>
      <p:pic>
        <p:nvPicPr>
          <p:cNvPr id="121" name="Picture 120">
            <a:extLst>
              <a:ext uri="{FF2B5EF4-FFF2-40B4-BE49-F238E27FC236}">
                <a16:creationId xmlns:a16="http://schemas.microsoft.com/office/drawing/2014/main" id="{C507E54E-26BB-894C-1CC4-797FBCA8237B}"/>
              </a:ext>
            </a:extLst>
          </p:cNvPr>
          <p:cNvPicPr>
            <a:picLocks noChangeAspect="1"/>
          </p:cNvPicPr>
          <p:nvPr/>
        </p:nvPicPr>
        <p:blipFill>
          <a:blip r:embed="rId8"/>
          <a:stretch>
            <a:fillRect/>
          </a:stretch>
        </p:blipFill>
        <p:spPr>
          <a:xfrm>
            <a:off x="383853" y="9231186"/>
            <a:ext cx="6620939" cy="3975319"/>
          </a:xfrm>
          <a:prstGeom prst="rect">
            <a:avLst/>
          </a:prstGeom>
        </p:spPr>
      </p:pic>
      <p:sp>
        <p:nvSpPr>
          <p:cNvPr id="123" name="Content Placeholder 99">
            <a:extLst>
              <a:ext uri="{FF2B5EF4-FFF2-40B4-BE49-F238E27FC236}">
                <a16:creationId xmlns:a16="http://schemas.microsoft.com/office/drawing/2014/main" id="{5BEB6C48-9CEF-FA8D-54BA-288022F65736}"/>
              </a:ext>
            </a:extLst>
          </p:cNvPr>
          <p:cNvSpPr txBox="1">
            <a:spLocks/>
          </p:cNvSpPr>
          <p:nvPr/>
        </p:nvSpPr>
        <p:spPr>
          <a:xfrm>
            <a:off x="551834" y="14531809"/>
            <a:ext cx="5643824" cy="8022622"/>
          </a:xfrm>
          <a:prstGeom prst="rect">
            <a:avLst/>
          </a:prstGeom>
          <a:noFill/>
        </p:spPr>
        <p:txBody>
          <a:bodyPr vert="horz" lIns="0" tIns="126000" rIns="0" bIns="126000" rtlCol="0">
            <a:normAutofit lnSpcReduction="10000"/>
          </a:bodyPr>
          <a:lstStyle>
            <a:lvl1pPr marL="0" indent="0" algn="l" defTabSz="913302" rtl="0" eaLnBrk="1" latinLnBrk="0" hangingPunct="1">
              <a:lnSpc>
                <a:spcPct val="100000"/>
              </a:lnSpc>
              <a:spcBef>
                <a:spcPts val="100"/>
              </a:spcBef>
              <a:spcAft>
                <a:spcPts val="100"/>
              </a:spcAft>
              <a:buClr>
                <a:schemeClr val="tx1"/>
              </a:buClr>
              <a:buFont typeface="+mj-lt"/>
              <a:buNone/>
              <a:defRPr lang="en-US" sz="1900" b="0" kern="1200" dirty="0">
                <a:solidFill>
                  <a:schemeClr val="tx1"/>
                </a:solidFill>
                <a:latin typeface="+mn-lt"/>
                <a:ea typeface="+mn-ea"/>
                <a:cs typeface="+mn-cs"/>
              </a:defRPr>
            </a:lvl1pPr>
            <a:lvl2pPr marL="266700" indent="-266700" algn="l" defTabSz="913302" rtl="0" eaLnBrk="1" latinLnBrk="0" hangingPunct="1">
              <a:lnSpc>
                <a:spcPct val="100000"/>
              </a:lnSpc>
              <a:spcBef>
                <a:spcPts val="100"/>
              </a:spcBef>
              <a:spcAft>
                <a:spcPts val="100"/>
              </a:spcAft>
              <a:buClr>
                <a:schemeClr val="tx1"/>
              </a:buClr>
              <a:buFont typeface="Arial" panose="020B0604020202020204" pitchFamily="34" charset="0"/>
              <a:buChar char="•"/>
              <a:defRPr lang="en-US" sz="1900" b="0" kern="1200" dirty="0">
                <a:solidFill>
                  <a:schemeClr val="tx1"/>
                </a:solidFill>
                <a:latin typeface="+mn-lt"/>
                <a:ea typeface="+mn-ea"/>
                <a:cs typeface="+mn-cs"/>
              </a:defRPr>
            </a:lvl2pPr>
            <a:lvl3pPr marL="542925" indent="-276225" algn="l" defTabSz="913302" rtl="0" eaLnBrk="1" latinLnBrk="0" hangingPunct="1">
              <a:lnSpc>
                <a:spcPct val="100000"/>
              </a:lnSpc>
              <a:spcBef>
                <a:spcPts val="100"/>
              </a:spcBef>
              <a:spcAft>
                <a:spcPts val="100"/>
              </a:spcAft>
              <a:buClrTx/>
              <a:buFont typeface="Tahoma" panose="020B0604030504040204" pitchFamily="34" charset="0"/>
              <a:buChar char="–"/>
              <a:defRPr lang="en-US" sz="1900" kern="1200" baseline="0" dirty="0">
                <a:solidFill>
                  <a:schemeClr val="tx1"/>
                </a:solidFill>
                <a:latin typeface="+mn-lt"/>
                <a:ea typeface="+mn-ea"/>
                <a:cs typeface="+mn-cs"/>
              </a:defRPr>
            </a:lvl3pPr>
            <a:lvl4pPr marL="266700" indent="0" algn="l" defTabSz="913302" rtl="0" eaLnBrk="1" latinLnBrk="0" hangingPunct="1">
              <a:lnSpc>
                <a:spcPct val="100000"/>
              </a:lnSpc>
              <a:spcBef>
                <a:spcPts val="600"/>
              </a:spcBef>
              <a:spcAft>
                <a:spcPts val="600"/>
              </a:spcAft>
              <a:buFont typeface="Wingdings" panose="05000000000000000000" pitchFamily="2" charset="2"/>
              <a:buNone/>
              <a:defRPr lang="en-US" sz="2200" kern="1200" baseline="0" dirty="0">
                <a:solidFill>
                  <a:schemeClr val="accent1"/>
                </a:solidFill>
                <a:latin typeface="+mn-lt"/>
                <a:ea typeface="+mn-ea"/>
                <a:cs typeface="+mn-cs"/>
              </a:defRPr>
            </a:lvl4pPr>
            <a:lvl5pPr marL="0" indent="0" algn="l" defTabSz="913302" rtl="0" eaLnBrk="1" latinLnBrk="0" hangingPunct="1">
              <a:lnSpc>
                <a:spcPct val="100000"/>
              </a:lnSpc>
              <a:spcBef>
                <a:spcPts val="600"/>
              </a:spcBef>
              <a:spcAft>
                <a:spcPts val="600"/>
              </a:spcAft>
              <a:buFont typeface="Arial" panose="020B0604020202020204" pitchFamily="34" charset="0"/>
              <a:buNone/>
              <a:defRPr lang="en-US" sz="2200" b="1" kern="1200" baseline="0" dirty="0">
                <a:solidFill>
                  <a:schemeClr val="accent1"/>
                </a:solidFill>
                <a:latin typeface="+mn-lt"/>
                <a:ea typeface="+mn-ea"/>
                <a:cs typeface="+mn-cs"/>
              </a:defRPr>
            </a:lvl5pPr>
            <a:lvl6pPr marL="0" indent="0" algn="l" defTabSz="913302" rtl="0" eaLnBrk="1" latinLnBrk="0" hangingPunct="1">
              <a:spcBef>
                <a:spcPts val="600"/>
              </a:spcBef>
              <a:spcAft>
                <a:spcPts val="600"/>
              </a:spcAft>
              <a:buFont typeface="Arial" pitchFamily="34" charset="0"/>
              <a:buNone/>
              <a:defRPr lang="en-US" sz="2800" b="1" kern="1200" baseline="0" dirty="0">
                <a:solidFill>
                  <a:schemeClr val="bg1"/>
                </a:solidFill>
                <a:latin typeface="+mn-lt"/>
                <a:ea typeface="+mn-ea"/>
                <a:cs typeface="+mn-cs"/>
              </a:defRPr>
            </a:lvl6pPr>
            <a:lvl7pPr marL="0" indent="0" algn="l" defTabSz="913302" rtl="0" eaLnBrk="1" latinLnBrk="0" hangingPunct="1">
              <a:spcBef>
                <a:spcPts val="600"/>
              </a:spcBef>
              <a:spcAft>
                <a:spcPts val="600"/>
              </a:spcAft>
              <a:buFont typeface="Arial" pitchFamily="34" charset="0"/>
              <a:buNone/>
              <a:defRPr lang="en-US" sz="2797" b="0" kern="1200" dirty="0">
                <a:solidFill>
                  <a:schemeClr val="tx1"/>
                </a:solidFill>
                <a:latin typeface="+mn-lt"/>
                <a:ea typeface="+mn-ea"/>
                <a:cs typeface="+mn-cs"/>
              </a:defRPr>
            </a:lvl7pPr>
            <a:lvl8pPr marL="539351" indent="-269676" algn="l" defTabSz="913302" rtl="0" eaLnBrk="1" latinLnBrk="0" hangingPunct="1">
              <a:spcBef>
                <a:spcPts val="600"/>
              </a:spcBef>
              <a:spcAft>
                <a:spcPts val="600"/>
              </a:spcAft>
              <a:buFont typeface="Arial Rounded MT" panose="02000403040000020004" pitchFamily="2" charset="0"/>
              <a:buChar char="–"/>
              <a:defRPr lang="en-US" sz="2797" b="0" kern="1200" dirty="0">
                <a:solidFill>
                  <a:schemeClr val="tx1"/>
                </a:solidFill>
                <a:latin typeface="+mn-lt"/>
                <a:ea typeface="+mn-ea"/>
                <a:cs typeface="+mn-cs"/>
              </a:defRPr>
            </a:lvl8pPr>
            <a:lvl9pPr marL="809027" indent="-269676" algn="l" defTabSz="913302" rtl="0" eaLnBrk="1" latinLnBrk="0" hangingPunct="1">
              <a:spcBef>
                <a:spcPts val="600"/>
              </a:spcBef>
              <a:spcAft>
                <a:spcPts val="600"/>
              </a:spcAft>
              <a:buFont typeface="Arial" pitchFamily="34" charset="0"/>
              <a:buChar char="•"/>
              <a:defRPr lang="en-US" sz="2797" b="0" kern="1200" dirty="0">
                <a:solidFill>
                  <a:schemeClr val="tx1"/>
                </a:solidFill>
                <a:latin typeface="+mn-lt"/>
                <a:ea typeface="+mn-ea"/>
                <a:cs typeface="+mn-cs"/>
              </a:defRPr>
            </a:lvl9pPr>
          </a:lstStyle>
          <a:p>
            <a:r>
              <a:rPr lang="en-AU" dirty="0"/>
              <a:t>Due to both the nature of Diffusion Bridges and our measured data; Missing Data analysis becomes an important step in the process, and subsequently the correct handling of missing data. </a:t>
            </a:r>
            <a:r>
              <a:rPr lang="en-AU" i="1" dirty="0"/>
              <a:t>Figure 1</a:t>
            </a:r>
            <a:r>
              <a:rPr lang="en-AU" dirty="0"/>
              <a:t> demonstrates the basic principle of Missing Data analysis using Multiple Imputation and this practice is a consideration in all steps.</a:t>
            </a:r>
          </a:p>
          <a:p>
            <a:endParaRPr lang="en-AU" dirty="0"/>
          </a:p>
          <a:p>
            <a:r>
              <a:rPr lang="en-AU" dirty="0"/>
              <a:t>Before any tree reconstruction can occur, the data is multiply imputed using the </a:t>
            </a:r>
            <a:r>
              <a:rPr lang="en-AU" i="1" dirty="0"/>
              <a:t>R </a:t>
            </a:r>
            <a:r>
              <a:rPr lang="en-AU" dirty="0"/>
              <a:t>package </a:t>
            </a:r>
            <a:r>
              <a:rPr lang="en-AU" i="1" dirty="0"/>
              <a:t>mice, </a:t>
            </a:r>
            <a:r>
              <a:rPr lang="en-AU" dirty="0"/>
              <a:t>we condition our imputations on the species, and on Phylogenetic Eigenvectors so imputed values are in a reasonable range compared to true values</a:t>
            </a:r>
          </a:p>
          <a:p>
            <a:endParaRPr lang="en-AU" dirty="0"/>
          </a:p>
          <a:p>
            <a:r>
              <a:rPr lang="en-AU" dirty="0"/>
              <a:t>The following algorithm is then used to give us a Monte-Carlo style approach to trait reconstruction:</a:t>
            </a:r>
          </a:p>
          <a:p>
            <a:pPr marL="457200" indent="-457200">
              <a:buFont typeface="+mj-lt"/>
              <a:buAutoNum type="arabicPeriod"/>
            </a:pPr>
            <a:r>
              <a:rPr lang="en-AU" dirty="0"/>
              <a:t>For each data-set we independently sample a trait measurement for each species as the tip value</a:t>
            </a:r>
          </a:p>
          <a:p>
            <a:pPr marL="457200" indent="-457200">
              <a:buFont typeface="+mj-lt"/>
              <a:buAutoNum type="arabicPeriod"/>
            </a:pPr>
            <a:r>
              <a:rPr lang="en-AU" dirty="0"/>
              <a:t>For each tip pair, run </a:t>
            </a:r>
            <a:r>
              <a:rPr lang="en-AU" i="1" dirty="0"/>
              <a:t>n</a:t>
            </a:r>
            <a:r>
              <a:rPr lang="en-AU" dirty="0"/>
              <a:t> bridges between their trait values over the sum of their branch lengths (evolutionary time)</a:t>
            </a:r>
          </a:p>
          <a:p>
            <a:pPr marL="457200" indent="-457200">
              <a:buFont typeface="+mj-lt"/>
              <a:buAutoNum type="arabicPeriod"/>
            </a:pPr>
            <a:r>
              <a:rPr lang="en-AU" dirty="0"/>
              <a:t>Store all </a:t>
            </a:r>
            <a:r>
              <a:rPr lang="en-AU" i="1" dirty="0"/>
              <a:t>n </a:t>
            </a:r>
            <a:r>
              <a:rPr lang="en-AU" dirty="0"/>
              <a:t>values at the predicted ancestor node time</a:t>
            </a:r>
          </a:p>
          <a:p>
            <a:pPr marL="457200" indent="-457200">
              <a:buFont typeface="+mj-lt"/>
              <a:buAutoNum type="arabicPeriod"/>
            </a:pPr>
            <a:r>
              <a:rPr lang="en-AU" dirty="0"/>
              <a:t>Independently sample from the </a:t>
            </a:r>
            <a:r>
              <a:rPr lang="en-AU" i="1" dirty="0"/>
              <a:t>n </a:t>
            </a:r>
            <a:r>
              <a:rPr lang="en-AU" dirty="0"/>
              <a:t>predicted values for the parent of this node </a:t>
            </a:r>
          </a:p>
          <a:p>
            <a:pPr marL="457200" indent="-457200">
              <a:buFont typeface="+mj-lt"/>
              <a:buAutoNum type="arabicPeriod"/>
            </a:pPr>
            <a:r>
              <a:rPr lang="en-AU" dirty="0"/>
              <a:t>Repeat 2 -&gt; 4 until the root node is reached</a:t>
            </a:r>
          </a:p>
          <a:p>
            <a:pPr marL="457200" indent="-457200">
              <a:buFont typeface="+mj-lt"/>
              <a:buAutoNum type="arabicPeriod"/>
            </a:pPr>
            <a:r>
              <a:rPr lang="en-AU" dirty="0"/>
              <a:t>Repeat 1-&gt; 5 </a:t>
            </a:r>
            <a:r>
              <a:rPr lang="en-AU" i="1" dirty="0"/>
              <a:t>m </a:t>
            </a:r>
            <a:r>
              <a:rPr lang="en-AU" dirty="0"/>
              <a:t>times</a:t>
            </a:r>
          </a:p>
          <a:p>
            <a:pPr marL="342900" indent="-342900">
              <a:buFont typeface="Arial" panose="020B0604020202020204" pitchFamily="34" charset="0"/>
              <a:buChar char="•"/>
            </a:pPr>
            <a:endParaRPr lang="en-AU" dirty="0"/>
          </a:p>
        </p:txBody>
      </p:sp>
      <p:sp>
        <p:nvSpPr>
          <p:cNvPr id="125" name="Content Placeholder 124">
            <a:extLst>
              <a:ext uri="{FF2B5EF4-FFF2-40B4-BE49-F238E27FC236}">
                <a16:creationId xmlns:a16="http://schemas.microsoft.com/office/drawing/2014/main" id="{3960CEB2-576A-5EE3-6A96-B45A177E100B}"/>
              </a:ext>
            </a:extLst>
          </p:cNvPr>
          <p:cNvSpPr>
            <a:spLocks noGrp="1"/>
          </p:cNvSpPr>
          <p:nvPr>
            <p:ph sz="quarter" idx="27"/>
          </p:nvPr>
        </p:nvSpPr>
        <p:spPr>
          <a:xfrm>
            <a:off x="7611635" y="18522826"/>
            <a:ext cx="6300000" cy="4111398"/>
          </a:xfrm>
        </p:spPr>
        <p:txBody>
          <a:bodyPr>
            <a:normAutofit/>
          </a:bodyPr>
          <a:lstStyle/>
          <a:p>
            <a:r>
              <a:rPr lang="en-AU" dirty="0"/>
              <a:t>All results shown are from 25 multiple imputations, with 25 independent initial trait values samples each, repeating the reconstruction 25 times for 27 different bone measurements, 100 Bridges were done between nodes with a time step precision of 0.01 </a:t>
            </a:r>
          </a:p>
          <a:p>
            <a:r>
              <a:rPr lang="en-AU" i="1" dirty="0"/>
              <a:t>Figure 3 </a:t>
            </a:r>
            <a:r>
              <a:rPr lang="en-AU" dirty="0"/>
              <a:t>shows mean values for the nodes with marker size relative to the standard deviation normalized by the means for femur trochanteric fossa length</a:t>
            </a:r>
          </a:p>
          <a:p>
            <a:pPr algn="just"/>
            <a:r>
              <a:rPr lang="en-AU" dirty="0"/>
              <a:t>Generally standard deviation increases further down the tree, however there are notable outliers at the tips with high initial variance</a:t>
            </a:r>
          </a:p>
          <a:p>
            <a:pPr algn="just"/>
            <a:r>
              <a:rPr lang="en-AU" i="1" dirty="0"/>
              <a:t>Figure 3 </a:t>
            </a:r>
            <a:r>
              <a:rPr lang="en-AU" dirty="0"/>
              <a:t>demonstrates the contribution of the distribution of child nodes to the predicted ancestral values</a:t>
            </a:r>
            <a:endParaRPr lang="en-AU" i="1" dirty="0"/>
          </a:p>
        </p:txBody>
      </p:sp>
      <p:sp>
        <p:nvSpPr>
          <p:cNvPr id="127" name="Content Placeholder 124">
            <a:extLst>
              <a:ext uri="{FF2B5EF4-FFF2-40B4-BE49-F238E27FC236}">
                <a16:creationId xmlns:a16="http://schemas.microsoft.com/office/drawing/2014/main" id="{61E23396-D644-3085-4480-75C788C84167}"/>
              </a:ext>
            </a:extLst>
          </p:cNvPr>
          <p:cNvSpPr txBox="1">
            <a:spLocks/>
          </p:cNvSpPr>
          <p:nvPr/>
        </p:nvSpPr>
        <p:spPr>
          <a:xfrm>
            <a:off x="14399885" y="18790220"/>
            <a:ext cx="6300000" cy="10021286"/>
          </a:xfrm>
          <a:prstGeom prst="rect">
            <a:avLst/>
          </a:prstGeom>
          <a:noFill/>
        </p:spPr>
        <p:txBody>
          <a:bodyPr vert="horz" lIns="0" tIns="126000" rIns="0" bIns="126000" rtlCol="0">
            <a:normAutofit/>
          </a:bodyPr>
          <a:lstStyle>
            <a:lvl1pPr marL="0" indent="0" algn="l" defTabSz="913302" rtl="0" eaLnBrk="1" latinLnBrk="0" hangingPunct="1">
              <a:lnSpc>
                <a:spcPct val="100000"/>
              </a:lnSpc>
              <a:spcBef>
                <a:spcPts val="100"/>
              </a:spcBef>
              <a:spcAft>
                <a:spcPts val="100"/>
              </a:spcAft>
              <a:buClr>
                <a:schemeClr val="tx1"/>
              </a:buClr>
              <a:buFont typeface="+mj-lt"/>
              <a:buNone/>
              <a:defRPr lang="en-US" sz="1900" b="0" kern="1200" dirty="0">
                <a:solidFill>
                  <a:schemeClr val="tx1"/>
                </a:solidFill>
                <a:latin typeface="+mn-lt"/>
                <a:ea typeface="+mn-ea"/>
                <a:cs typeface="+mn-cs"/>
              </a:defRPr>
            </a:lvl1pPr>
            <a:lvl2pPr marL="266700" indent="-266700" algn="l" defTabSz="913302" rtl="0" eaLnBrk="1" latinLnBrk="0" hangingPunct="1">
              <a:lnSpc>
                <a:spcPct val="100000"/>
              </a:lnSpc>
              <a:spcBef>
                <a:spcPts val="100"/>
              </a:spcBef>
              <a:spcAft>
                <a:spcPts val="100"/>
              </a:spcAft>
              <a:buClr>
                <a:schemeClr val="tx1"/>
              </a:buClr>
              <a:buFont typeface="Arial" panose="020B0604020202020204" pitchFamily="34" charset="0"/>
              <a:buChar char="•"/>
              <a:defRPr lang="en-US" sz="1900" b="0" kern="1200" dirty="0">
                <a:solidFill>
                  <a:schemeClr val="tx1"/>
                </a:solidFill>
                <a:latin typeface="+mn-lt"/>
                <a:ea typeface="+mn-ea"/>
                <a:cs typeface="+mn-cs"/>
              </a:defRPr>
            </a:lvl2pPr>
            <a:lvl3pPr marL="542925" indent="-276225" algn="l" defTabSz="913302" rtl="0" eaLnBrk="1" latinLnBrk="0" hangingPunct="1">
              <a:lnSpc>
                <a:spcPct val="100000"/>
              </a:lnSpc>
              <a:spcBef>
                <a:spcPts val="100"/>
              </a:spcBef>
              <a:spcAft>
                <a:spcPts val="100"/>
              </a:spcAft>
              <a:buClrTx/>
              <a:buFont typeface="Tahoma" panose="020B0604030504040204" pitchFamily="34" charset="0"/>
              <a:buChar char="–"/>
              <a:defRPr lang="en-US" sz="1900" kern="1200" baseline="0" dirty="0">
                <a:solidFill>
                  <a:schemeClr val="tx1"/>
                </a:solidFill>
                <a:latin typeface="+mn-lt"/>
                <a:ea typeface="+mn-ea"/>
                <a:cs typeface="+mn-cs"/>
              </a:defRPr>
            </a:lvl3pPr>
            <a:lvl4pPr marL="266700" indent="0" algn="l" defTabSz="913302" rtl="0" eaLnBrk="1" latinLnBrk="0" hangingPunct="1">
              <a:lnSpc>
                <a:spcPct val="100000"/>
              </a:lnSpc>
              <a:spcBef>
                <a:spcPts val="600"/>
              </a:spcBef>
              <a:spcAft>
                <a:spcPts val="600"/>
              </a:spcAft>
              <a:buFont typeface="Wingdings" panose="05000000000000000000" pitchFamily="2" charset="2"/>
              <a:buNone/>
              <a:defRPr lang="en-US" sz="2200" kern="1200" baseline="0" dirty="0">
                <a:solidFill>
                  <a:schemeClr val="accent1"/>
                </a:solidFill>
                <a:latin typeface="+mn-lt"/>
                <a:ea typeface="+mn-ea"/>
                <a:cs typeface="+mn-cs"/>
              </a:defRPr>
            </a:lvl4pPr>
            <a:lvl5pPr marL="0" indent="0" algn="l" defTabSz="913302" rtl="0" eaLnBrk="1" latinLnBrk="0" hangingPunct="1">
              <a:lnSpc>
                <a:spcPct val="100000"/>
              </a:lnSpc>
              <a:spcBef>
                <a:spcPts val="600"/>
              </a:spcBef>
              <a:spcAft>
                <a:spcPts val="600"/>
              </a:spcAft>
              <a:buFont typeface="Arial" panose="020B0604020202020204" pitchFamily="34" charset="0"/>
              <a:buNone/>
              <a:defRPr lang="en-US" sz="2200" b="1" kern="1200" baseline="0" dirty="0">
                <a:solidFill>
                  <a:schemeClr val="accent1"/>
                </a:solidFill>
                <a:latin typeface="+mn-lt"/>
                <a:ea typeface="+mn-ea"/>
                <a:cs typeface="+mn-cs"/>
              </a:defRPr>
            </a:lvl5pPr>
            <a:lvl6pPr marL="0" indent="0" algn="l" defTabSz="913302" rtl="0" eaLnBrk="1" latinLnBrk="0" hangingPunct="1">
              <a:spcBef>
                <a:spcPts val="600"/>
              </a:spcBef>
              <a:spcAft>
                <a:spcPts val="600"/>
              </a:spcAft>
              <a:buFont typeface="Arial" pitchFamily="34" charset="0"/>
              <a:buNone/>
              <a:defRPr lang="en-US" sz="2800" b="1" kern="1200" baseline="0" dirty="0">
                <a:solidFill>
                  <a:schemeClr val="bg1"/>
                </a:solidFill>
                <a:latin typeface="+mn-lt"/>
                <a:ea typeface="+mn-ea"/>
                <a:cs typeface="+mn-cs"/>
              </a:defRPr>
            </a:lvl6pPr>
            <a:lvl7pPr marL="0" indent="0" algn="l" defTabSz="913302" rtl="0" eaLnBrk="1" latinLnBrk="0" hangingPunct="1">
              <a:spcBef>
                <a:spcPts val="600"/>
              </a:spcBef>
              <a:spcAft>
                <a:spcPts val="600"/>
              </a:spcAft>
              <a:buFont typeface="Arial" pitchFamily="34" charset="0"/>
              <a:buNone/>
              <a:defRPr lang="en-US" sz="2797" b="0" kern="1200" dirty="0">
                <a:solidFill>
                  <a:schemeClr val="tx1"/>
                </a:solidFill>
                <a:latin typeface="+mn-lt"/>
                <a:ea typeface="+mn-ea"/>
                <a:cs typeface="+mn-cs"/>
              </a:defRPr>
            </a:lvl7pPr>
            <a:lvl8pPr marL="539351" indent="-269676" algn="l" defTabSz="913302" rtl="0" eaLnBrk="1" latinLnBrk="0" hangingPunct="1">
              <a:spcBef>
                <a:spcPts val="600"/>
              </a:spcBef>
              <a:spcAft>
                <a:spcPts val="600"/>
              </a:spcAft>
              <a:buFont typeface="Arial Rounded MT" panose="02000403040000020004" pitchFamily="2" charset="0"/>
              <a:buChar char="–"/>
              <a:defRPr lang="en-US" sz="2797" b="0" kern="1200" dirty="0">
                <a:solidFill>
                  <a:schemeClr val="tx1"/>
                </a:solidFill>
                <a:latin typeface="+mn-lt"/>
                <a:ea typeface="+mn-ea"/>
                <a:cs typeface="+mn-cs"/>
              </a:defRPr>
            </a:lvl8pPr>
            <a:lvl9pPr marL="809027" indent="-269676" algn="l" defTabSz="913302" rtl="0" eaLnBrk="1" latinLnBrk="0" hangingPunct="1">
              <a:spcBef>
                <a:spcPts val="600"/>
              </a:spcBef>
              <a:spcAft>
                <a:spcPts val="600"/>
              </a:spcAft>
              <a:buFont typeface="Arial" pitchFamily="34" charset="0"/>
              <a:buChar char="•"/>
              <a:defRPr lang="en-US" sz="2797" b="0" kern="1200" dirty="0">
                <a:solidFill>
                  <a:schemeClr val="tx1"/>
                </a:solidFill>
                <a:latin typeface="+mn-lt"/>
                <a:ea typeface="+mn-ea"/>
                <a:cs typeface="+mn-cs"/>
              </a:defRPr>
            </a:lvl9pPr>
          </a:lstStyle>
          <a:p>
            <a:r>
              <a:rPr lang="en-AU" dirty="0"/>
              <a:t>Monte-Carlo Diffusion Bridge Ancestral Trait Reconstruction shows promise as a technique and has statistical, and theoretical rigor behind it. </a:t>
            </a:r>
          </a:p>
          <a:p>
            <a:r>
              <a:rPr lang="en-AU" dirty="0"/>
              <a:t>The main concerns are dealing with initial data and the implications that measurement of those values has on the total tree, primarily parent nodes having lower variance than their children, this is a result of the true measured values being highly variable themselves for example </a:t>
            </a:r>
            <a:r>
              <a:rPr lang="en-AU" i="1" dirty="0"/>
              <a:t>Macropus giganteus </a:t>
            </a:r>
            <a:r>
              <a:rPr lang="en-AU" dirty="0"/>
              <a:t>has measured values with a mean of 34.68, and standard deviation of 9.83. </a:t>
            </a:r>
            <a:r>
              <a:rPr lang="en-AU" i="1" dirty="0"/>
              <a:t>Figure 3</a:t>
            </a:r>
            <a:r>
              <a:rPr lang="en-AU" dirty="0"/>
              <a:t> demonstrates that the variance of the parent node is going to be focused on where the density of the children crosses. This occurs as only valid bridges are being used in the prediction and thus the variance is being underrepresented when there are vast differences between two child nodes. </a:t>
            </a:r>
          </a:p>
          <a:p>
            <a:r>
              <a:rPr lang="en-AU" dirty="0"/>
              <a:t>We are already extending this model; the model presented currently has standardized diffusion variables over the entire tree, which should be avoided, and in doing so should assist in some of the issues that large trait values (see </a:t>
            </a:r>
            <a:r>
              <a:rPr lang="en-AU" i="1" dirty="0"/>
              <a:t>Giganteus Macropus </a:t>
            </a:r>
            <a:r>
              <a:rPr lang="en-AU" dirty="0"/>
              <a:t>again) contribute, there is historical precedence for normalizing trait values to achieve this, additionally model values, can and should be different across the tree, thus parameter estimation needs to be implemented. </a:t>
            </a:r>
          </a:p>
          <a:p>
            <a:r>
              <a:rPr lang="en-AU" dirty="0"/>
              <a:t>There is increasing demand for computationally efficient multivariate trait reconstruction, and it is a major focus of our work, multivariate bridge reconstruction is a recent focus in mathematics and this work can finally bring phylogenetic comparative methods back to the cutting edge.</a:t>
            </a:r>
          </a:p>
        </p:txBody>
      </p:sp>
      <p:sp>
        <p:nvSpPr>
          <p:cNvPr id="128" name="Text Placeholder 17">
            <a:extLst>
              <a:ext uri="{FF2B5EF4-FFF2-40B4-BE49-F238E27FC236}">
                <a16:creationId xmlns:a16="http://schemas.microsoft.com/office/drawing/2014/main" id="{50175C23-B1A6-DA17-4EFE-39FACA3E497E}"/>
              </a:ext>
            </a:extLst>
          </p:cNvPr>
          <p:cNvSpPr txBox="1">
            <a:spLocks/>
          </p:cNvSpPr>
          <p:nvPr/>
        </p:nvSpPr>
        <p:spPr>
          <a:xfrm>
            <a:off x="7691283" y="17086540"/>
            <a:ext cx="13078737" cy="1185596"/>
          </a:xfrm>
          <a:prstGeom prst="rect">
            <a:avLst/>
          </a:prstGeom>
          <a:noFill/>
        </p:spPr>
        <p:txBody>
          <a:bodyPr vert="horz" lIns="0" tIns="0" rIns="0" bIns="0" rtlCol="0">
            <a:noAutofit/>
          </a:bodyPr>
          <a:lstStyle>
            <a:lvl1pPr marL="0" indent="0" algn="l" defTabSz="913302" rtl="0" eaLnBrk="1" latinLnBrk="0" hangingPunct="1">
              <a:lnSpc>
                <a:spcPct val="95000"/>
              </a:lnSpc>
              <a:spcBef>
                <a:spcPts val="100"/>
              </a:spcBef>
              <a:spcAft>
                <a:spcPts val="100"/>
              </a:spcAft>
              <a:buClr>
                <a:schemeClr val="tx1"/>
              </a:buClr>
              <a:buFont typeface="+mj-lt"/>
              <a:buNone/>
              <a:defRPr lang="en-US" sz="1700" b="0" kern="1200">
                <a:solidFill>
                  <a:schemeClr val="tx1"/>
                </a:solidFill>
                <a:latin typeface="+mn-lt"/>
                <a:ea typeface="+mn-ea"/>
                <a:cs typeface="+mn-cs"/>
              </a:defRPr>
            </a:lvl1pPr>
            <a:lvl2pPr marL="0" indent="0" algn="l" defTabSz="913302" rtl="0" eaLnBrk="1" latinLnBrk="0" hangingPunct="1">
              <a:lnSpc>
                <a:spcPct val="95000"/>
              </a:lnSpc>
              <a:spcBef>
                <a:spcPts val="100"/>
              </a:spcBef>
              <a:spcAft>
                <a:spcPts val="100"/>
              </a:spcAft>
              <a:buClr>
                <a:schemeClr val="tx1"/>
              </a:buClr>
              <a:buFont typeface="Arial" panose="020B0604020202020204" pitchFamily="34" charset="0"/>
              <a:buNone/>
              <a:defRPr lang="en-US" sz="1900" b="0" kern="1200">
                <a:solidFill>
                  <a:schemeClr val="tx1"/>
                </a:solidFill>
                <a:latin typeface="+mn-lt"/>
                <a:ea typeface="+mn-ea"/>
                <a:cs typeface="+mn-cs"/>
              </a:defRPr>
            </a:lvl2pPr>
            <a:lvl3pPr marL="542925" indent="-276225" algn="l" defTabSz="913302" rtl="0" eaLnBrk="1" latinLnBrk="0" hangingPunct="1">
              <a:lnSpc>
                <a:spcPct val="95000"/>
              </a:lnSpc>
              <a:spcBef>
                <a:spcPts val="100"/>
              </a:spcBef>
              <a:spcAft>
                <a:spcPts val="100"/>
              </a:spcAft>
              <a:buClrTx/>
              <a:buFont typeface="Tahoma" panose="020B0604030504040204" pitchFamily="34" charset="0"/>
              <a:buChar char="–"/>
              <a:defRPr lang="en-US" sz="1900" kern="1200" baseline="0" dirty="0">
                <a:solidFill>
                  <a:schemeClr val="tx1"/>
                </a:solidFill>
                <a:latin typeface="+mn-lt"/>
                <a:ea typeface="+mn-ea"/>
                <a:cs typeface="+mn-cs"/>
              </a:defRPr>
            </a:lvl3pPr>
            <a:lvl4pPr marL="266700" indent="0" algn="l" defTabSz="913302" rtl="0" eaLnBrk="1" latinLnBrk="0" hangingPunct="1">
              <a:lnSpc>
                <a:spcPct val="100000"/>
              </a:lnSpc>
              <a:spcBef>
                <a:spcPts val="600"/>
              </a:spcBef>
              <a:spcAft>
                <a:spcPts val="600"/>
              </a:spcAft>
              <a:buFont typeface="Wingdings" panose="05000000000000000000" pitchFamily="2" charset="2"/>
              <a:buNone/>
              <a:defRPr lang="en-US" sz="2200" kern="1200" baseline="0" dirty="0">
                <a:solidFill>
                  <a:schemeClr val="accent1"/>
                </a:solidFill>
                <a:latin typeface="+mn-lt"/>
                <a:ea typeface="+mn-ea"/>
                <a:cs typeface="+mn-cs"/>
              </a:defRPr>
            </a:lvl4pPr>
            <a:lvl5pPr marL="0" indent="0" algn="l" defTabSz="913302" rtl="0" eaLnBrk="1" latinLnBrk="0" hangingPunct="1">
              <a:lnSpc>
                <a:spcPct val="100000"/>
              </a:lnSpc>
              <a:spcBef>
                <a:spcPts val="600"/>
              </a:spcBef>
              <a:spcAft>
                <a:spcPts val="600"/>
              </a:spcAft>
              <a:buFont typeface="Arial" panose="020B0604020202020204" pitchFamily="34" charset="0"/>
              <a:buNone/>
              <a:defRPr lang="en-US" sz="2200" b="1" kern="1200" baseline="0" dirty="0">
                <a:solidFill>
                  <a:schemeClr val="accent1"/>
                </a:solidFill>
                <a:latin typeface="+mn-lt"/>
                <a:ea typeface="+mn-ea"/>
                <a:cs typeface="+mn-cs"/>
              </a:defRPr>
            </a:lvl5pPr>
            <a:lvl6pPr marL="0" indent="0" algn="l" defTabSz="913302" rtl="0" eaLnBrk="1" latinLnBrk="0" hangingPunct="1">
              <a:spcBef>
                <a:spcPts val="600"/>
              </a:spcBef>
              <a:spcAft>
                <a:spcPts val="600"/>
              </a:spcAft>
              <a:buFont typeface="Arial" pitchFamily="34" charset="0"/>
              <a:buNone/>
              <a:defRPr lang="en-AU" sz="2800" b="1" kern="1200" baseline="0" dirty="0">
                <a:solidFill>
                  <a:schemeClr val="bg1"/>
                </a:solidFill>
                <a:latin typeface="+mn-lt"/>
                <a:ea typeface="+mn-ea"/>
                <a:cs typeface="+mn-cs"/>
              </a:defRPr>
            </a:lvl6pPr>
            <a:lvl7pPr marL="0" indent="0" algn="l" defTabSz="913302" rtl="0" eaLnBrk="1" latinLnBrk="0" hangingPunct="1">
              <a:spcBef>
                <a:spcPts val="600"/>
              </a:spcBef>
              <a:spcAft>
                <a:spcPts val="600"/>
              </a:spcAft>
              <a:buFont typeface="Arial" pitchFamily="34" charset="0"/>
              <a:buNone/>
              <a:defRPr sz="2797" b="0" kern="1200">
                <a:solidFill>
                  <a:schemeClr val="tx1"/>
                </a:solidFill>
                <a:latin typeface="+mn-lt"/>
                <a:ea typeface="+mn-ea"/>
                <a:cs typeface="+mn-cs"/>
              </a:defRPr>
            </a:lvl7pPr>
            <a:lvl8pPr marL="539351" indent="-269676" algn="l" defTabSz="913302" rtl="0" eaLnBrk="1" latinLnBrk="0" hangingPunct="1">
              <a:spcBef>
                <a:spcPts val="600"/>
              </a:spcBef>
              <a:spcAft>
                <a:spcPts val="600"/>
              </a:spcAft>
              <a:buFont typeface="Arial Rounded MT" panose="02000403040000020004" pitchFamily="2" charset="0"/>
              <a:buChar char="–"/>
              <a:defRPr sz="2797" b="0" kern="1200">
                <a:solidFill>
                  <a:schemeClr val="tx1"/>
                </a:solidFill>
                <a:latin typeface="+mn-lt"/>
                <a:ea typeface="+mn-ea"/>
                <a:cs typeface="+mn-cs"/>
              </a:defRPr>
            </a:lvl8pPr>
            <a:lvl9pPr marL="809027" indent="-269676" algn="l" defTabSz="913302" rtl="0" eaLnBrk="1" latinLnBrk="0" hangingPunct="1">
              <a:spcBef>
                <a:spcPts val="600"/>
              </a:spcBef>
              <a:spcAft>
                <a:spcPts val="600"/>
              </a:spcAft>
              <a:buFont typeface="Arial" pitchFamily="34" charset="0"/>
              <a:buChar char="•"/>
              <a:defRPr sz="2797" b="0" kern="1200">
                <a:solidFill>
                  <a:schemeClr val="tx1"/>
                </a:solidFill>
                <a:latin typeface="+mn-lt"/>
                <a:ea typeface="+mn-ea"/>
                <a:cs typeface="+mn-cs"/>
              </a:defRPr>
            </a:lvl9pPr>
          </a:lstStyle>
          <a:p>
            <a:r>
              <a:rPr lang="en-AU" i="1" dirty="0"/>
              <a:t>Figure 3: Ancestral trait reconstruction of 35 marsupial species for femur trochanteric fossa length value from 25 multiple imputations, from 25 independent initial samples with trait reconstruction repeated 25 times. </a:t>
            </a:r>
            <a:r>
              <a:rPr lang="en-AU" b="1" i="1" dirty="0"/>
              <a:t>A)</a:t>
            </a:r>
            <a:r>
              <a:rPr lang="en-AU" i="1" dirty="0"/>
              <a:t> indicates the mean with heat map over the marker indicated predicted mean values, </a:t>
            </a:r>
            <a:r>
              <a:rPr lang="en-AU" b="1" i="1" dirty="0"/>
              <a:t>B) </a:t>
            </a:r>
            <a:r>
              <a:rPr lang="en-AU" i="1" dirty="0"/>
              <a:t>shows standard deviation normalized to mean value of the length of the tree</a:t>
            </a:r>
            <a:endParaRPr lang="en-AU" dirty="0"/>
          </a:p>
        </p:txBody>
      </p:sp>
      <p:pic>
        <p:nvPicPr>
          <p:cNvPr id="133" name="Content Placeholder 132" descr="A computer screen shot of a diagram&#10;&#10;Description automatically generated">
            <a:extLst>
              <a:ext uri="{FF2B5EF4-FFF2-40B4-BE49-F238E27FC236}">
                <a16:creationId xmlns:a16="http://schemas.microsoft.com/office/drawing/2014/main" id="{3B98BEDE-5ABD-BABE-8CE8-A4CF7D49F2AB}"/>
              </a:ext>
            </a:extLst>
          </p:cNvPr>
          <p:cNvPicPr>
            <a:picLocks noGrp="1" noChangeAspect="1"/>
          </p:cNvPicPr>
          <p:nvPr>
            <p:ph sz="quarter" idx="10"/>
          </p:nvPr>
        </p:nvPicPr>
        <p:blipFill>
          <a:blip r:embed="rId9"/>
          <a:stretch>
            <a:fillRect/>
          </a:stretch>
        </p:blipFill>
        <p:spPr>
          <a:xfrm>
            <a:off x="8468769" y="3954908"/>
            <a:ext cx="11574411" cy="6613948"/>
          </a:xfrm>
        </p:spPr>
      </p:pic>
      <p:pic>
        <p:nvPicPr>
          <p:cNvPr id="135" name="Picture 134" descr="A screenshot of a computer&#10;&#10;Description automatically generated">
            <a:extLst>
              <a:ext uri="{FF2B5EF4-FFF2-40B4-BE49-F238E27FC236}">
                <a16:creationId xmlns:a16="http://schemas.microsoft.com/office/drawing/2014/main" id="{CCA84284-7158-2D59-9741-C99213356976}"/>
              </a:ext>
            </a:extLst>
          </p:cNvPr>
          <p:cNvPicPr>
            <a:picLocks noChangeAspect="1"/>
          </p:cNvPicPr>
          <p:nvPr/>
        </p:nvPicPr>
        <p:blipFill>
          <a:blip r:embed="rId10"/>
          <a:stretch>
            <a:fillRect/>
          </a:stretch>
        </p:blipFill>
        <p:spPr>
          <a:xfrm>
            <a:off x="8524921" y="10552811"/>
            <a:ext cx="11462106" cy="6549775"/>
          </a:xfrm>
          <a:prstGeom prst="rect">
            <a:avLst/>
          </a:prstGeom>
        </p:spPr>
      </p:pic>
      <p:sp>
        <p:nvSpPr>
          <p:cNvPr id="138" name="Text Placeholder 16">
            <a:extLst>
              <a:ext uri="{FF2B5EF4-FFF2-40B4-BE49-F238E27FC236}">
                <a16:creationId xmlns:a16="http://schemas.microsoft.com/office/drawing/2014/main" id="{1AEC43FF-F1AF-FA83-FDC8-37AE63AF9CEB}"/>
              </a:ext>
            </a:extLst>
          </p:cNvPr>
          <p:cNvSpPr txBox="1">
            <a:spLocks/>
          </p:cNvSpPr>
          <p:nvPr/>
        </p:nvSpPr>
        <p:spPr>
          <a:xfrm>
            <a:off x="14822134" y="18176055"/>
            <a:ext cx="6299200" cy="547164"/>
          </a:xfrm>
          <a:prstGeom prst="rect">
            <a:avLst/>
          </a:prstGeom>
          <a:noFill/>
        </p:spPr>
        <p:txBody>
          <a:bodyPr vert="horz" lIns="0" tIns="97200" rIns="0" bIns="97200" rtlCol="0">
            <a:spAutoFit/>
          </a:bodyPr>
          <a:lstStyle>
            <a:lvl1pPr marL="0" indent="0" algn="l" defTabSz="913302" rtl="0" eaLnBrk="1" latinLnBrk="0" hangingPunct="1">
              <a:lnSpc>
                <a:spcPct val="95000"/>
              </a:lnSpc>
              <a:spcBef>
                <a:spcPts val="100"/>
              </a:spcBef>
              <a:spcAft>
                <a:spcPts val="100"/>
              </a:spcAft>
              <a:buClr>
                <a:schemeClr val="tx1"/>
              </a:buClr>
              <a:buFont typeface="+mj-lt"/>
              <a:buNone/>
              <a:defRPr lang="en-US" sz="2400" b="1" kern="1200">
                <a:solidFill>
                  <a:schemeClr val="accent1"/>
                </a:solidFill>
                <a:latin typeface="+mn-lt"/>
                <a:ea typeface="+mn-ea"/>
                <a:cs typeface="+mn-cs"/>
              </a:defRPr>
            </a:lvl1pPr>
            <a:lvl2pPr marL="0" indent="0" algn="l" defTabSz="913302" rtl="0" eaLnBrk="1" latinLnBrk="0" hangingPunct="1">
              <a:lnSpc>
                <a:spcPct val="95000"/>
              </a:lnSpc>
              <a:spcBef>
                <a:spcPts val="100"/>
              </a:spcBef>
              <a:spcAft>
                <a:spcPts val="100"/>
              </a:spcAft>
              <a:buClr>
                <a:schemeClr val="tx1"/>
              </a:buClr>
              <a:buFont typeface="Arial" panose="020B0604020202020204" pitchFamily="34" charset="0"/>
              <a:buNone/>
              <a:defRPr lang="en-US" sz="1900" b="0" kern="1200">
                <a:solidFill>
                  <a:schemeClr val="tx1"/>
                </a:solidFill>
                <a:latin typeface="+mn-lt"/>
                <a:ea typeface="+mn-ea"/>
                <a:cs typeface="+mn-cs"/>
              </a:defRPr>
            </a:lvl2pPr>
            <a:lvl3pPr marL="542925" indent="-276225" algn="l" defTabSz="913302" rtl="0" eaLnBrk="1" latinLnBrk="0" hangingPunct="1">
              <a:lnSpc>
                <a:spcPct val="95000"/>
              </a:lnSpc>
              <a:spcBef>
                <a:spcPts val="100"/>
              </a:spcBef>
              <a:spcAft>
                <a:spcPts val="100"/>
              </a:spcAft>
              <a:buClrTx/>
              <a:buFont typeface="Tahoma" panose="020B0604030504040204" pitchFamily="34" charset="0"/>
              <a:buChar char="–"/>
              <a:defRPr lang="en-US" sz="1900" kern="1200" baseline="0" dirty="0">
                <a:solidFill>
                  <a:schemeClr val="tx1"/>
                </a:solidFill>
                <a:latin typeface="+mn-lt"/>
                <a:ea typeface="+mn-ea"/>
                <a:cs typeface="+mn-cs"/>
              </a:defRPr>
            </a:lvl3pPr>
            <a:lvl4pPr marL="266700" indent="0" algn="l" defTabSz="913302" rtl="0" eaLnBrk="1" latinLnBrk="0" hangingPunct="1">
              <a:lnSpc>
                <a:spcPct val="100000"/>
              </a:lnSpc>
              <a:spcBef>
                <a:spcPts val="600"/>
              </a:spcBef>
              <a:spcAft>
                <a:spcPts val="600"/>
              </a:spcAft>
              <a:buFont typeface="Wingdings" panose="05000000000000000000" pitchFamily="2" charset="2"/>
              <a:buNone/>
              <a:defRPr lang="en-US" sz="2200" kern="1200" baseline="0" dirty="0">
                <a:solidFill>
                  <a:schemeClr val="accent1"/>
                </a:solidFill>
                <a:latin typeface="+mn-lt"/>
                <a:ea typeface="+mn-ea"/>
                <a:cs typeface="+mn-cs"/>
              </a:defRPr>
            </a:lvl4pPr>
            <a:lvl5pPr marL="0" indent="0" algn="l" defTabSz="913302" rtl="0" eaLnBrk="1" latinLnBrk="0" hangingPunct="1">
              <a:lnSpc>
                <a:spcPct val="100000"/>
              </a:lnSpc>
              <a:spcBef>
                <a:spcPts val="600"/>
              </a:spcBef>
              <a:spcAft>
                <a:spcPts val="600"/>
              </a:spcAft>
              <a:buFont typeface="Arial" panose="020B0604020202020204" pitchFamily="34" charset="0"/>
              <a:buNone/>
              <a:defRPr lang="en-US" sz="2200" b="1" kern="1200" baseline="0" dirty="0">
                <a:solidFill>
                  <a:schemeClr val="accent1"/>
                </a:solidFill>
                <a:latin typeface="+mn-lt"/>
                <a:ea typeface="+mn-ea"/>
                <a:cs typeface="+mn-cs"/>
              </a:defRPr>
            </a:lvl5pPr>
            <a:lvl6pPr marL="0" indent="0" algn="l" defTabSz="913302" rtl="0" eaLnBrk="1" latinLnBrk="0" hangingPunct="1">
              <a:spcBef>
                <a:spcPts val="600"/>
              </a:spcBef>
              <a:spcAft>
                <a:spcPts val="600"/>
              </a:spcAft>
              <a:buFont typeface="Arial" pitchFamily="34" charset="0"/>
              <a:buNone/>
              <a:defRPr lang="en-AU" sz="2800" b="1" kern="1200" baseline="0" dirty="0">
                <a:solidFill>
                  <a:schemeClr val="bg1"/>
                </a:solidFill>
                <a:latin typeface="+mn-lt"/>
                <a:ea typeface="+mn-ea"/>
                <a:cs typeface="+mn-cs"/>
              </a:defRPr>
            </a:lvl6pPr>
            <a:lvl7pPr marL="0" indent="0" algn="l" defTabSz="913302" rtl="0" eaLnBrk="1" latinLnBrk="0" hangingPunct="1">
              <a:spcBef>
                <a:spcPts val="600"/>
              </a:spcBef>
              <a:spcAft>
                <a:spcPts val="600"/>
              </a:spcAft>
              <a:buFont typeface="Arial" pitchFamily="34" charset="0"/>
              <a:buNone/>
              <a:defRPr sz="2797" b="0" kern="1200">
                <a:solidFill>
                  <a:schemeClr val="tx1"/>
                </a:solidFill>
                <a:latin typeface="+mn-lt"/>
                <a:ea typeface="+mn-ea"/>
                <a:cs typeface="+mn-cs"/>
              </a:defRPr>
            </a:lvl7pPr>
            <a:lvl8pPr marL="539351" indent="-269676" algn="l" defTabSz="913302" rtl="0" eaLnBrk="1" latinLnBrk="0" hangingPunct="1">
              <a:spcBef>
                <a:spcPts val="600"/>
              </a:spcBef>
              <a:spcAft>
                <a:spcPts val="600"/>
              </a:spcAft>
              <a:buFont typeface="Arial Rounded MT" panose="02000403040000020004" pitchFamily="2" charset="0"/>
              <a:buChar char="–"/>
              <a:defRPr sz="2797" b="0" kern="1200">
                <a:solidFill>
                  <a:schemeClr val="tx1"/>
                </a:solidFill>
                <a:latin typeface="+mn-lt"/>
                <a:ea typeface="+mn-ea"/>
                <a:cs typeface="+mn-cs"/>
              </a:defRPr>
            </a:lvl8pPr>
            <a:lvl9pPr marL="809027" indent="-269676" algn="l" defTabSz="913302" rtl="0" eaLnBrk="1" latinLnBrk="0" hangingPunct="1">
              <a:spcBef>
                <a:spcPts val="600"/>
              </a:spcBef>
              <a:spcAft>
                <a:spcPts val="600"/>
              </a:spcAft>
              <a:buFont typeface="Arial" pitchFamily="34" charset="0"/>
              <a:buChar char="•"/>
              <a:defRPr sz="2797" b="0" kern="1200">
                <a:solidFill>
                  <a:schemeClr val="tx1"/>
                </a:solidFill>
                <a:latin typeface="+mn-lt"/>
                <a:ea typeface="+mn-ea"/>
                <a:cs typeface="+mn-cs"/>
              </a:defRPr>
            </a:lvl9pPr>
          </a:lstStyle>
          <a:p>
            <a:r>
              <a:rPr lang="en-AU" dirty="0"/>
              <a:t>Conclusions and Extensions</a:t>
            </a:r>
          </a:p>
        </p:txBody>
      </p:sp>
      <p:sp>
        <p:nvSpPr>
          <p:cNvPr id="145" name="Text Placeholder 17">
            <a:extLst>
              <a:ext uri="{FF2B5EF4-FFF2-40B4-BE49-F238E27FC236}">
                <a16:creationId xmlns:a16="http://schemas.microsoft.com/office/drawing/2014/main" id="{A1A829FB-EBA1-B872-DBD0-6A62A16154C9}"/>
              </a:ext>
            </a:extLst>
          </p:cNvPr>
          <p:cNvSpPr txBox="1">
            <a:spLocks/>
          </p:cNvSpPr>
          <p:nvPr/>
        </p:nvSpPr>
        <p:spPr>
          <a:xfrm>
            <a:off x="877392" y="27089786"/>
            <a:ext cx="13078737" cy="1185596"/>
          </a:xfrm>
          <a:prstGeom prst="rect">
            <a:avLst/>
          </a:prstGeom>
          <a:noFill/>
        </p:spPr>
        <p:txBody>
          <a:bodyPr vert="horz" lIns="0" tIns="0" rIns="0" bIns="0" rtlCol="0">
            <a:noAutofit/>
          </a:bodyPr>
          <a:lstStyle>
            <a:lvl1pPr marL="0" indent="0" algn="l" defTabSz="913302" rtl="0" eaLnBrk="1" latinLnBrk="0" hangingPunct="1">
              <a:lnSpc>
                <a:spcPct val="95000"/>
              </a:lnSpc>
              <a:spcBef>
                <a:spcPts val="100"/>
              </a:spcBef>
              <a:spcAft>
                <a:spcPts val="100"/>
              </a:spcAft>
              <a:buClr>
                <a:schemeClr val="tx1"/>
              </a:buClr>
              <a:buFont typeface="+mj-lt"/>
              <a:buNone/>
              <a:defRPr lang="en-US" sz="1700" b="0" kern="1200">
                <a:solidFill>
                  <a:schemeClr val="tx1"/>
                </a:solidFill>
                <a:latin typeface="+mn-lt"/>
                <a:ea typeface="+mn-ea"/>
                <a:cs typeface="+mn-cs"/>
              </a:defRPr>
            </a:lvl1pPr>
            <a:lvl2pPr marL="0" indent="0" algn="l" defTabSz="913302" rtl="0" eaLnBrk="1" latinLnBrk="0" hangingPunct="1">
              <a:lnSpc>
                <a:spcPct val="95000"/>
              </a:lnSpc>
              <a:spcBef>
                <a:spcPts val="100"/>
              </a:spcBef>
              <a:spcAft>
                <a:spcPts val="100"/>
              </a:spcAft>
              <a:buClr>
                <a:schemeClr val="tx1"/>
              </a:buClr>
              <a:buFont typeface="Arial" panose="020B0604020202020204" pitchFamily="34" charset="0"/>
              <a:buNone/>
              <a:defRPr lang="en-US" sz="1900" b="0" kern="1200">
                <a:solidFill>
                  <a:schemeClr val="tx1"/>
                </a:solidFill>
                <a:latin typeface="+mn-lt"/>
                <a:ea typeface="+mn-ea"/>
                <a:cs typeface="+mn-cs"/>
              </a:defRPr>
            </a:lvl2pPr>
            <a:lvl3pPr marL="542925" indent="-276225" algn="l" defTabSz="913302" rtl="0" eaLnBrk="1" latinLnBrk="0" hangingPunct="1">
              <a:lnSpc>
                <a:spcPct val="95000"/>
              </a:lnSpc>
              <a:spcBef>
                <a:spcPts val="100"/>
              </a:spcBef>
              <a:spcAft>
                <a:spcPts val="100"/>
              </a:spcAft>
              <a:buClrTx/>
              <a:buFont typeface="Tahoma" panose="020B0604030504040204" pitchFamily="34" charset="0"/>
              <a:buChar char="–"/>
              <a:defRPr lang="en-US" sz="1900" kern="1200" baseline="0" dirty="0">
                <a:solidFill>
                  <a:schemeClr val="tx1"/>
                </a:solidFill>
                <a:latin typeface="+mn-lt"/>
                <a:ea typeface="+mn-ea"/>
                <a:cs typeface="+mn-cs"/>
              </a:defRPr>
            </a:lvl3pPr>
            <a:lvl4pPr marL="266700" indent="0" algn="l" defTabSz="913302" rtl="0" eaLnBrk="1" latinLnBrk="0" hangingPunct="1">
              <a:lnSpc>
                <a:spcPct val="100000"/>
              </a:lnSpc>
              <a:spcBef>
                <a:spcPts val="600"/>
              </a:spcBef>
              <a:spcAft>
                <a:spcPts val="600"/>
              </a:spcAft>
              <a:buFont typeface="Wingdings" panose="05000000000000000000" pitchFamily="2" charset="2"/>
              <a:buNone/>
              <a:defRPr lang="en-US" sz="2200" kern="1200" baseline="0" dirty="0">
                <a:solidFill>
                  <a:schemeClr val="accent1"/>
                </a:solidFill>
                <a:latin typeface="+mn-lt"/>
                <a:ea typeface="+mn-ea"/>
                <a:cs typeface="+mn-cs"/>
              </a:defRPr>
            </a:lvl4pPr>
            <a:lvl5pPr marL="0" indent="0" algn="l" defTabSz="913302" rtl="0" eaLnBrk="1" latinLnBrk="0" hangingPunct="1">
              <a:lnSpc>
                <a:spcPct val="100000"/>
              </a:lnSpc>
              <a:spcBef>
                <a:spcPts val="600"/>
              </a:spcBef>
              <a:spcAft>
                <a:spcPts val="600"/>
              </a:spcAft>
              <a:buFont typeface="Arial" panose="020B0604020202020204" pitchFamily="34" charset="0"/>
              <a:buNone/>
              <a:defRPr lang="en-US" sz="2200" b="1" kern="1200" baseline="0" dirty="0">
                <a:solidFill>
                  <a:schemeClr val="accent1"/>
                </a:solidFill>
                <a:latin typeface="+mn-lt"/>
                <a:ea typeface="+mn-ea"/>
                <a:cs typeface="+mn-cs"/>
              </a:defRPr>
            </a:lvl5pPr>
            <a:lvl6pPr marL="0" indent="0" algn="l" defTabSz="913302" rtl="0" eaLnBrk="1" latinLnBrk="0" hangingPunct="1">
              <a:spcBef>
                <a:spcPts val="600"/>
              </a:spcBef>
              <a:spcAft>
                <a:spcPts val="600"/>
              </a:spcAft>
              <a:buFont typeface="Arial" pitchFamily="34" charset="0"/>
              <a:buNone/>
              <a:defRPr lang="en-AU" sz="2800" b="1" kern="1200" baseline="0" dirty="0">
                <a:solidFill>
                  <a:schemeClr val="bg1"/>
                </a:solidFill>
                <a:latin typeface="+mn-lt"/>
                <a:ea typeface="+mn-ea"/>
                <a:cs typeface="+mn-cs"/>
              </a:defRPr>
            </a:lvl6pPr>
            <a:lvl7pPr marL="0" indent="0" algn="l" defTabSz="913302" rtl="0" eaLnBrk="1" latinLnBrk="0" hangingPunct="1">
              <a:spcBef>
                <a:spcPts val="600"/>
              </a:spcBef>
              <a:spcAft>
                <a:spcPts val="600"/>
              </a:spcAft>
              <a:buFont typeface="Arial" pitchFamily="34" charset="0"/>
              <a:buNone/>
              <a:defRPr sz="2797" b="0" kern="1200">
                <a:solidFill>
                  <a:schemeClr val="tx1"/>
                </a:solidFill>
                <a:latin typeface="+mn-lt"/>
                <a:ea typeface="+mn-ea"/>
                <a:cs typeface="+mn-cs"/>
              </a:defRPr>
            </a:lvl7pPr>
            <a:lvl8pPr marL="539351" indent="-269676" algn="l" defTabSz="913302" rtl="0" eaLnBrk="1" latinLnBrk="0" hangingPunct="1">
              <a:spcBef>
                <a:spcPts val="600"/>
              </a:spcBef>
              <a:spcAft>
                <a:spcPts val="600"/>
              </a:spcAft>
              <a:buFont typeface="Arial Rounded MT" panose="02000403040000020004" pitchFamily="2" charset="0"/>
              <a:buChar char="–"/>
              <a:defRPr sz="2797" b="0" kern="1200">
                <a:solidFill>
                  <a:schemeClr val="tx1"/>
                </a:solidFill>
                <a:latin typeface="+mn-lt"/>
                <a:ea typeface="+mn-ea"/>
                <a:cs typeface="+mn-cs"/>
              </a:defRPr>
            </a:lvl8pPr>
            <a:lvl9pPr marL="809027" indent="-269676" algn="l" defTabSz="913302" rtl="0" eaLnBrk="1" latinLnBrk="0" hangingPunct="1">
              <a:spcBef>
                <a:spcPts val="600"/>
              </a:spcBef>
              <a:spcAft>
                <a:spcPts val="600"/>
              </a:spcAft>
              <a:buFont typeface="Arial" pitchFamily="34" charset="0"/>
              <a:buChar char="•"/>
              <a:defRPr sz="2797" b="0" kern="1200">
                <a:solidFill>
                  <a:schemeClr val="tx1"/>
                </a:solidFill>
                <a:latin typeface="+mn-lt"/>
                <a:ea typeface="+mn-ea"/>
                <a:cs typeface="+mn-cs"/>
              </a:defRPr>
            </a:lvl9pPr>
          </a:lstStyle>
          <a:p>
            <a:r>
              <a:rPr lang="en-AU" i="1" dirty="0"/>
              <a:t>Figure 2: Brownian Bridge trait reconstruction between </a:t>
            </a:r>
            <a:r>
              <a:rPr lang="en-AU" i="1" dirty="0" err="1"/>
              <a:t>Dasyurus</a:t>
            </a:r>
            <a:r>
              <a:rPr lang="en-AU" i="1" dirty="0"/>
              <a:t> maculatus and </a:t>
            </a:r>
            <a:r>
              <a:rPr lang="en-AU" i="1" dirty="0" err="1"/>
              <a:t>Dasyurus</a:t>
            </a:r>
            <a:r>
              <a:rPr lang="en-AU" i="1" dirty="0"/>
              <a:t> </a:t>
            </a:r>
            <a:r>
              <a:rPr lang="en-AU" i="1" dirty="0" err="1"/>
              <a:t>viverrinus</a:t>
            </a:r>
            <a:r>
              <a:rPr lang="en-AU" i="1" dirty="0"/>
              <a:t>. </a:t>
            </a:r>
            <a:r>
              <a:rPr lang="en-AU" b="1" i="1" dirty="0"/>
              <a:t>A) </a:t>
            </a:r>
            <a:r>
              <a:rPr lang="en-AU" i="1" dirty="0"/>
              <a:t>contributing Brownian Bridges to the ancestral trait value of the ancestor, red line indicates the time point of the ancestor </a:t>
            </a:r>
            <a:r>
              <a:rPr lang="en-AU" b="1" i="1" dirty="0"/>
              <a:t>B) </a:t>
            </a:r>
            <a:r>
              <a:rPr lang="en-AU" i="1" dirty="0"/>
              <a:t>kernel density estimates of the contributing leaves to the resulting ancestral nodes, blue line corresponds to the density seen in figure A.</a:t>
            </a:r>
            <a:endParaRPr lang="en-AU" dirty="0"/>
          </a:p>
        </p:txBody>
      </p:sp>
      <p:sp>
        <p:nvSpPr>
          <p:cNvPr id="146" name="TextBox 145">
            <a:extLst>
              <a:ext uri="{FF2B5EF4-FFF2-40B4-BE49-F238E27FC236}">
                <a16:creationId xmlns:a16="http://schemas.microsoft.com/office/drawing/2014/main" id="{801A4BBC-734F-41E5-B02E-71CABAFCAC7B}"/>
              </a:ext>
            </a:extLst>
          </p:cNvPr>
          <p:cNvSpPr txBox="1"/>
          <p:nvPr/>
        </p:nvSpPr>
        <p:spPr>
          <a:xfrm>
            <a:off x="8331041" y="4346998"/>
            <a:ext cx="1152128" cy="584775"/>
          </a:xfrm>
          <a:prstGeom prst="rect">
            <a:avLst/>
          </a:prstGeom>
          <a:noFill/>
        </p:spPr>
        <p:txBody>
          <a:bodyPr wrap="square" rtlCol="0">
            <a:spAutoFit/>
          </a:bodyPr>
          <a:lstStyle/>
          <a:p>
            <a:r>
              <a:rPr lang="en-AU" sz="3200" b="1" dirty="0"/>
              <a:t>A</a:t>
            </a:r>
          </a:p>
        </p:txBody>
      </p:sp>
      <p:sp>
        <p:nvSpPr>
          <p:cNvPr id="148" name="TextBox 147">
            <a:extLst>
              <a:ext uri="{FF2B5EF4-FFF2-40B4-BE49-F238E27FC236}">
                <a16:creationId xmlns:a16="http://schemas.microsoft.com/office/drawing/2014/main" id="{419F99EE-5466-78C3-893C-24D811D3988B}"/>
              </a:ext>
            </a:extLst>
          </p:cNvPr>
          <p:cNvSpPr txBox="1"/>
          <p:nvPr/>
        </p:nvSpPr>
        <p:spPr>
          <a:xfrm>
            <a:off x="8468768" y="10716769"/>
            <a:ext cx="1152128" cy="584775"/>
          </a:xfrm>
          <a:prstGeom prst="rect">
            <a:avLst/>
          </a:prstGeom>
          <a:noFill/>
        </p:spPr>
        <p:txBody>
          <a:bodyPr wrap="square" rtlCol="0">
            <a:spAutoFit/>
          </a:bodyPr>
          <a:lstStyle/>
          <a:p>
            <a:r>
              <a:rPr lang="en-AU" sz="3200" b="1" dirty="0"/>
              <a:t>B</a:t>
            </a:r>
          </a:p>
        </p:txBody>
      </p:sp>
      <p:sp>
        <p:nvSpPr>
          <p:cNvPr id="149" name="TextBox 148">
            <a:extLst>
              <a:ext uri="{FF2B5EF4-FFF2-40B4-BE49-F238E27FC236}">
                <a16:creationId xmlns:a16="http://schemas.microsoft.com/office/drawing/2014/main" id="{42B9A5D5-A0AD-730F-2EB4-C437CF07AB37}"/>
              </a:ext>
            </a:extLst>
          </p:cNvPr>
          <p:cNvSpPr txBox="1"/>
          <p:nvPr/>
        </p:nvSpPr>
        <p:spPr>
          <a:xfrm>
            <a:off x="1611561" y="23165915"/>
            <a:ext cx="1159371" cy="584775"/>
          </a:xfrm>
          <a:prstGeom prst="rect">
            <a:avLst/>
          </a:prstGeom>
          <a:noFill/>
        </p:spPr>
        <p:txBody>
          <a:bodyPr wrap="square" rtlCol="0">
            <a:spAutoFit/>
          </a:bodyPr>
          <a:lstStyle/>
          <a:p>
            <a:r>
              <a:rPr lang="en-AU" sz="3200" b="1" dirty="0"/>
              <a:t>A</a:t>
            </a:r>
          </a:p>
        </p:txBody>
      </p:sp>
      <p:sp>
        <p:nvSpPr>
          <p:cNvPr id="150" name="TextBox 149">
            <a:extLst>
              <a:ext uri="{FF2B5EF4-FFF2-40B4-BE49-F238E27FC236}">
                <a16:creationId xmlns:a16="http://schemas.microsoft.com/office/drawing/2014/main" id="{92821B1A-5239-4D6C-D87E-049396A6E2E4}"/>
              </a:ext>
            </a:extLst>
          </p:cNvPr>
          <p:cNvSpPr txBox="1"/>
          <p:nvPr/>
        </p:nvSpPr>
        <p:spPr>
          <a:xfrm>
            <a:off x="7576881" y="23178781"/>
            <a:ext cx="1152128" cy="584775"/>
          </a:xfrm>
          <a:prstGeom prst="rect">
            <a:avLst/>
          </a:prstGeom>
          <a:noFill/>
        </p:spPr>
        <p:txBody>
          <a:bodyPr wrap="square" rtlCol="0">
            <a:spAutoFit/>
          </a:bodyPr>
          <a:lstStyle/>
          <a:p>
            <a:r>
              <a:rPr lang="en-AU" sz="3200" b="1"/>
              <a:t>B</a:t>
            </a:r>
            <a:endParaRPr lang="en-AU" sz="3200" b="1" dirty="0"/>
          </a:p>
        </p:txBody>
      </p:sp>
    </p:spTree>
    <p:extLst>
      <p:ext uri="{BB962C8B-B14F-4D97-AF65-F5344CB8AC3E}">
        <p14:creationId xmlns:p14="http://schemas.microsoft.com/office/powerpoint/2010/main" val="40741527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University of Queensland">
  <a:themeElements>
    <a:clrScheme name="UQ">
      <a:dk1>
        <a:sysClr val="windowText" lastClr="000000"/>
      </a:dk1>
      <a:lt1>
        <a:sysClr val="window" lastClr="FFFFFF"/>
      </a:lt1>
      <a:dk2>
        <a:srgbClr val="44546A"/>
      </a:dk2>
      <a:lt2>
        <a:srgbClr val="E7E6E6"/>
      </a:lt2>
      <a:accent1>
        <a:srgbClr val="51247A"/>
      </a:accent1>
      <a:accent2>
        <a:srgbClr val="E62645"/>
      </a:accent2>
      <a:accent3>
        <a:srgbClr val="00A2C7"/>
      </a:accent3>
      <a:accent4>
        <a:srgbClr val="EB602B"/>
      </a:accent4>
      <a:accent5>
        <a:srgbClr val="4085C6"/>
      </a:accent5>
      <a:accent6>
        <a:srgbClr val="2EA836"/>
      </a:accent6>
      <a:hlink>
        <a:srgbClr val="51247A"/>
      </a:hlink>
      <a:folHlink>
        <a:srgbClr val="51247A"/>
      </a:folHlink>
    </a:clrScheme>
    <a:fontScheme name="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UQ PowerPoint Template v4.potx" id="{EB40B91F-2F7C-4628-893D-3539496D6C6A}" vid="{691CE4A2-4C6F-4895-A94C-37E246F52C8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UQ PowerPoint Template v4</Template>
  <TotalTime>981</TotalTime>
  <Words>904</Words>
  <Application>Microsoft Office PowerPoint</Application>
  <PresentationFormat>Custom</PresentationFormat>
  <Paragraphs>39</Paragraphs>
  <Slides>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Arial</vt:lpstr>
      <vt:lpstr>Arial Rounded MT</vt:lpstr>
      <vt:lpstr>Calibri</vt:lpstr>
      <vt:lpstr>Tahoma</vt:lpstr>
      <vt:lpstr>Wingdings</vt:lpstr>
      <vt:lpstr>University of Queensland</vt:lpstr>
      <vt:lpstr>We’ll Cross That Bridge When We Get There: Ancestral Character Reconstruction with Monte Carlo Diffusion Bridge Sampling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Rebekah</dc:creator>
  <cp:lastModifiedBy>Rowan Elson-Green</cp:lastModifiedBy>
  <cp:revision>54</cp:revision>
  <dcterms:created xsi:type="dcterms:W3CDTF">2018-09-28T01:38:30Z</dcterms:created>
  <dcterms:modified xsi:type="dcterms:W3CDTF">2025-01-22T07:25:16Z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f488380-630a-4f55-a077-a19445e3f360_Enabled">
    <vt:lpwstr>true</vt:lpwstr>
  </property>
  <property fmtid="{D5CDD505-2E9C-101B-9397-08002B2CF9AE}" pid="3" name="MSIP_Label_0f488380-630a-4f55-a077-a19445e3f360_SetDate">
    <vt:lpwstr>2022-11-18T06:00:02Z</vt:lpwstr>
  </property>
  <property fmtid="{D5CDD505-2E9C-101B-9397-08002B2CF9AE}" pid="4" name="MSIP_Label_0f488380-630a-4f55-a077-a19445e3f360_Method">
    <vt:lpwstr>Standard</vt:lpwstr>
  </property>
  <property fmtid="{D5CDD505-2E9C-101B-9397-08002B2CF9AE}" pid="5" name="MSIP_Label_0f488380-630a-4f55-a077-a19445e3f360_Name">
    <vt:lpwstr>OFFICIAL - INTERNAL</vt:lpwstr>
  </property>
  <property fmtid="{D5CDD505-2E9C-101B-9397-08002B2CF9AE}" pid="6" name="MSIP_Label_0f488380-630a-4f55-a077-a19445e3f360_SiteId">
    <vt:lpwstr>b6e377cf-9db3-46cb-91a2-fad9605bb15c</vt:lpwstr>
  </property>
  <property fmtid="{D5CDD505-2E9C-101B-9397-08002B2CF9AE}" pid="7" name="MSIP_Label_0f488380-630a-4f55-a077-a19445e3f360_ActionId">
    <vt:lpwstr>f366c9d9-b230-4071-b46c-f0c1f17f02e0</vt:lpwstr>
  </property>
  <property fmtid="{D5CDD505-2E9C-101B-9397-08002B2CF9AE}" pid="8" name="MSIP_Label_0f488380-630a-4f55-a077-a19445e3f360_ContentBits">
    <vt:lpwstr>0</vt:lpwstr>
  </property>
</Properties>
</file>