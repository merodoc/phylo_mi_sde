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84" r:id="rId2"/>
    <p:sldId id="291" r:id="rId3"/>
    <p:sldId id="293" r:id="rId4"/>
    <p:sldId id="295" r:id="rId5"/>
    <p:sldId id="294" r:id="rId6"/>
    <p:sldId id="292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5EC75C8C-8851-4EC1-83E3-ADCB0283ABBC}">
          <p14:sldIdLst>
            <p14:sldId id="284"/>
            <p14:sldId id="291"/>
            <p14:sldId id="293"/>
            <p14:sldId id="295"/>
            <p14:sldId id="294"/>
            <p14:sldId id="292"/>
            <p14:sldId id="286"/>
            <p14:sldId id="287"/>
            <p14:sldId id="288"/>
            <p14:sldId id="289"/>
          </p14:sldIdLst>
        </p14:section>
        <p14:section name="Process Diagrams" id="{FA4D647F-B8E3-F448-9C98-F137CA3CB10D}">
          <p14:sldIdLst/>
        </p14:section>
        <p14:section name="Example slides" id="{1C800D76-3C72-4CB3-9FC9-AADDB526D820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1CC"/>
    <a:srgbClr val="51247A"/>
    <a:srgbClr val="962A8B"/>
    <a:srgbClr val="E62645"/>
    <a:srgbClr val="2EA836"/>
    <a:srgbClr val="D9AC6D"/>
    <a:srgbClr val="EB602B"/>
    <a:srgbClr val="FBB800"/>
    <a:srgbClr val="4085C6"/>
    <a:srgbClr val="00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6327" autoAdjust="0"/>
  </p:normalViewPr>
  <p:slideViewPr>
    <p:cSldViewPr showGuides="1">
      <p:cViewPr varScale="1">
        <p:scale>
          <a:sx n="106" d="100"/>
          <a:sy n="106" d="100"/>
        </p:scale>
        <p:origin x="78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30/03/2025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30/03/2025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gradFill>
          <a:gsLst>
            <a:gs pos="0">
              <a:srgbClr val="962A8B"/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365323-3F4C-42A2-A8C5-E7C02EECE16E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rgbClr val="FFFFFF"/>
          </a:soli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rgbClr val="51247A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rgbClr val="999490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98853-2263-DFE9-D4DB-349744566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7F7E37-8565-4210-8CB9-D04B2BAF361C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rgbClr val="51247A"/>
              </a:gs>
              <a:gs pos="100000">
                <a:srgbClr val="962A8B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B1D37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5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3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AC95EBE-2B41-83C2-04AE-F53ADADC55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E9A60ED-79D3-4B3F-A150-9831CF002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7492" y="282703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BCDA3659-A7C6-451A-99C1-5E9DC9C183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7464" y="435405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3BFDD502-55B1-4F89-AAFD-9DDC1140D5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304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9C6CF3-60A7-899D-2A0B-5CB145E232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2D5D6F3A-F693-467C-8FA0-0B09E09F2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6432C9E-CC92-4B1E-A531-00A7F945E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2" y="2012082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8B01333-1B7A-4924-B0F3-974EA92411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3484" y="3539108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4435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108013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bg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6D860FF-5915-48B3-96B5-BDDDACDE2D9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47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52728D9-330E-4A47-BE87-2C464601F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060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3D519AF-5E53-4F24-9084-2ECF7327DF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060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187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33D7B8C2-1ACD-4312-8BB3-841697FC26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59418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7C8792C-10BA-48BD-91FF-8BB0072B6A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0449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494265EF-BC1F-4AB5-88E0-D2CC95870C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0449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C9F8E9D-A5AE-4007-AFF1-906BE27AA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0449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90AC9C95-FAAF-44D7-AEB3-55A9BA4075C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36562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7D5366-0884-4D47-8F5E-DD26E47DD2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775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C83CABAB-7230-4828-B1F7-E11FB1176D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775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0B955060-0E65-456F-85F2-CD9B3DBD9B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1902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2" name="Content Placeholder 12">
            <a:extLst>
              <a:ext uri="{FF2B5EF4-FFF2-40B4-BE49-F238E27FC236}">
                <a16:creationId xmlns:a16="http://schemas.microsoft.com/office/drawing/2014/main" id="{2A4F6196-3D0F-4BE0-BD3B-C9E36BBF744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847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15E2C50B-2DC6-47F9-8D16-3E43EFD224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2060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D86CC074-C4DF-413B-ACFC-9E921389E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2060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4DD3C6CB-D673-40EE-8AC2-EA848771B0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187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6" name="Content Placeholder 12">
            <a:extLst>
              <a:ext uri="{FF2B5EF4-FFF2-40B4-BE49-F238E27FC236}">
                <a16:creationId xmlns:a16="http://schemas.microsoft.com/office/drawing/2014/main" id="{E5BA1771-59AA-4B95-84C2-A2C23AE5557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59418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3FC25C93-61F9-4858-8D53-31D7E1398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80449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458C094-0FA6-4661-80B1-A1C24EF0BB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0449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33782FA8-9B6E-4664-B875-77934A4917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80449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0" name="Content Placeholder 12">
            <a:extLst>
              <a:ext uri="{FF2B5EF4-FFF2-40B4-BE49-F238E27FC236}">
                <a16:creationId xmlns:a16="http://schemas.microsoft.com/office/drawing/2014/main" id="{43ED1C2D-FB28-4009-ABB2-35B70129FE4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36562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571D6157-5171-4A88-B293-E5785627E6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9775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1A0723DC-167A-473B-8982-DB2CD67B78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9775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2FD5A5C2-3945-4278-8171-1CFA062D76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902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4" name="Content Placeholder 12">
            <a:extLst>
              <a:ext uri="{FF2B5EF4-FFF2-40B4-BE49-F238E27FC236}">
                <a16:creationId xmlns:a16="http://schemas.microsoft.com/office/drawing/2014/main" id="{3D7C1F14-FF83-4A5C-8785-0569A6264661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47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FBE7A19C-BA51-4BB3-A97B-787DA18F433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2060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8EFD3BF2-E5BF-4460-A89A-9CBD1D82AA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2060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8" name="Content Placeholder 12">
            <a:extLst>
              <a:ext uri="{FF2B5EF4-FFF2-40B4-BE49-F238E27FC236}">
                <a16:creationId xmlns:a16="http://schemas.microsoft.com/office/drawing/2014/main" id="{8B09213D-B0C4-4971-AFC3-14487E606D8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559418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B7C446BC-D372-4F4C-8AEC-4B7E9BBE676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80449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379728B0-640A-4AEB-A53D-B96E74DEDB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80449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52" name="Content Placeholder 12">
            <a:extLst>
              <a:ext uri="{FF2B5EF4-FFF2-40B4-BE49-F238E27FC236}">
                <a16:creationId xmlns:a16="http://schemas.microsoft.com/office/drawing/2014/main" id="{2316115E-183D-401B-8D79-7D52C71BE5BB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36562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5106E342-47D6-4C57-9118-A96CCCEB4E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9775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5CDB8DBC-A756-4D95-B21B-BDFC207DBDC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79775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7182E29-C7AC-013C-C6C7-4BBA4EF833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CEE259B-5A66-48E0-9302-42413213AC23}"/>
              </a:ext>
            </a:extLst>
          </p:cNvPr>
          <p:cNvSpPr/>
          <p:nvPr userDrawn="1"/>
        </p:nvSpPr>
        <p:spPr>
          <a:xfrm>
            <a:off x="0" y="1"/>
            <a:ext cx="50504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33845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accent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096000" y="1557338"/>
            <a:ext cx="5400675" cy="47513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BD600-58DD-3483-3A7A-7A4FC44325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55778" y="1557338"/>
            <a:ext cx="647613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tx2"/>
                </a:solidFill>
                <a:latin typeface="Gotham Medium" panose="02000604030000020004" pitchFamily="50" charset="0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4EAA35-7624-467A-AA0C-E7DE247BC9C7}"/>
              </a:ext>
            </a:extLst>
          </p:cNvPr>
          <p:cNvSpPr/>
          <p:nvPr/>
        </p:nvSpPr>
        <p:spPr>
          <a:xfrm>
            <a:off x="-1" y="3748429"/>
            <a:ext cx="12200354" cy="3109571"/>
          </a:xfrm>
          <a:custGeom>
            <a:avLst/>
            <a:gdLst>
              <a:gd name="connsiteX0" fmla="*/ 0 w 12200354"/>
              <a:gd name="connsiteY0" fmla="*/ 203868 h 3109571"/>
              <a:gd name="connsiteX1" fmla="*/ 11945 w 12200354"/>
              <a:gd name="connsiteY1" fmla="*/ 427414 h 3109571"/>
              <a:gd name="connsiteX2" fmla="*/ 2547169 w 12200354"/>
              <a:gd name="connsiteY2" fmla="*/ 3109399 h 3109571"/>
              <a:gd name="connsiteX3" fmla="*/ 2707755 w 12200354"/>
              <a:gd name="connsiteY3" fmla="*/ 3109399 h 3109571"/>
              <a:gd name="connsiteX4" fmla="*/ 2707755 w 12200354"/>
              <a:gd name="connsiteY4" fmla="*/ 3109571 h 3109571"/>
              <a:gd name="connsiteX5" fmla="*/ 0 w 12200354"/>
              <a:gd name="connsiteY5" fmla="*/ 3109571 h 3109571"/>
              <a:gd name="connsiteX6" fmla="*/ 12199992 w 12200354"/>
              <a:gd name="connsiteY6" fmla="*/ 0 h 3109571"/>
              <a:gd name="connsiteX7" fmla="*/ 12200354 w 12200354"/>
              <a:gd name="connsiteY7" fmla="*/ 0 h 3109571"/>
              <a:gd name="connsiteX8" fmla="*/ 12200354 w 12200354"/>
              <a:gd name="connsiteY8" fmla="*/ 3109571 h 3109571"/>
              <a:gd name="connsiteX9" fmla="*/ 9492599 w 12200354"/>
              <a:gd name="connsiteY9" fmla="*/ 3109571 h 3109571"/>
              <a:gd name="connsiteX10" fmla="*/ 9492599 w 12200354"/>
              <a:gd name="connsiteY10" fmla="*/ 3109399 h 3109571"/>
              <a:gd name="connsiteX11" fmla="*/ 12199992 w 12200354"/>
              <a:gd name="connsiteY11" fmla="*/ 3109399 h 3109571"/>
              <a:gd name="connsiteX12" fmla="*/ 10882585 w 12200354"/>
              <a:gd name="connsiteY12" fmla="*/ 2689921 h 3109571"/>
              <a:gd name="connsiteX13" fmla="*/ 9954919 w 12200354"/>
              <a:gd name="connsiteY13" fmla="*/ 2853835 h 3109571"/>
              <a:gd name="connsiteX14" fmla="*/ 10955864 w 12200354"/>
              <a:gd name="connsiteY14" fmla="*/ 2008077 h 3109571"/>
              <a:gd name="connsiteX15" fmla="*/ 12199992 w 12200354"/>
              <a:gd name="connsiteY15" fmla="*/ 1975802 h 310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00354" h="3109571">
                <a:moveTo>
                  <a:pt x="0" y="203868"/>
                </a:moveTo>
                <a:lnTo>
                  <a:pt x="11945" y="427414"/>
                </a:lnTo>
                <a:cubicBezTo>
                  <a:pt x="134227" y="1577204"/>
                  <a:pt x="1155955" y="2686070"/>
                  <a:pt x="2547169" y="3109399"/>
                </a:cubicBezTo>
                <a:lnTo>
                  <a:pt x="2707755" y="3109399"/>
                </a:lnTo>
                <a:lnTo>
                  <a:pt x="2707755" y="3109571"/>
                </a:lnTo>
                <a:lnTo>
                  <a:pt x="0" y="3109571"/>
                </a:lnTo>
                <a:close/>
                <a:moveTo>
                  <a:pt x="12199992" y="0"/>
                </a:moveTo>
                <a:lnTo>
                  <a:pt x="12200354" y="0"/>
                </a:lnTo>
                <a:lnTo>
                  <a:pt x="12200354" y="3109571"/>
                </a:lnTo>
                <a:lnTo>
                  <a:pt x="9492599" y="3109571"/>
                </a:lnTo>
                <a:lnTo>
                  <a:pt x="9492599" y="3109399"/>
                </a:lnTo>
                <a:lnTo>
                  <a:pt x="12199992" y="3109399"/>
                </a:lnTo>
                <a:cubicBezTo>
                  <a:pt x="11894797" y="3067888"/>
                  <a:pt x="11363064" y="2835363"/>
                  <a:pt x="10882585" y="2689921"/>
                </a:cubicBezTo>
                <a:cubicBezTo>
                  <a:pt x="10337759" y="2524687"/>
                  <a:pt x="10216776" y="2633084"/>
                  <a:pt x="9954919" y="2853835"/>
                </a:cubicBezTo>
                <a:cubicBezTo>
                  <a:pt x="10012263" y="2785427"/>
                  <a:pt x="10640823" y="2173819"/>
                  <a:pt x="10955864" y="2008077"/>
                </a:cubicBezTo>
                <a:cubicBezTo>
                  <a:pt x="11572550" y="1683293"/>
                  <a:pt x="12159598" y="1961999"/>
                  <a:pt x="12199992" y="1975802"/>
                </a:cubicBezTo>
                <a:close/>
              </a:path>
            </a:pathLst>
          </a:custGeom>
          <a:gradFill>
            <a:gsLst>
              <a:gs pos="82000">
                <a:schemeClr val="accent1"/>
              </a:gs>
              <a:gs pos="0">
                <a:schemeClr val="accent2"/>
              </a:gs>
            </a:gsLst>
            <a:lin ang="16200000" scaled="1"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E23A13F-B496-456B-9B43-0A8D71E8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490" y="2060848"/>
            <a:ext cx="2804901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lang="en-US" sz="5400" b="0" spc="0" baseline="0" dirty="0" smtClean="0">
                <a:latin typeface="+mj-lt"/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2B8BD1-AB9B-4185-BA75-587A559ADF7D}"/>
              </a:ext>
            </a:extLst>
          </p:cNvPr>
          <p:cNvCxnSpPr>
            <a:cxnSpLocks/>
          </p:cNvCxnSpPr>
          <p:nvPr userDrawn="1"/>
        </p:nvCxnSpPr>
        <p:spPr>
          <a:xfrm>
            <a:off x="5903913" y="1541934"/>
            <a:ext cx="0" cy="396044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64075AFB-4FF9-45DE-BEAC-0FE3DB14E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7998" y="4209712"/>
            <a:ext cx="2102991" cy="1292662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9908F-0A19-72D8-626A-E82031273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gradFill>
          <a:gsLst>
            <a:gs pos="82000">
              <a:schemeClr val="accent1"/>
            </a:gs>
            <a:gs pos="0">
              <a:schemeClr val="accent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79576" y="1705365"/>
            <a:ext cx="628377" cy="6093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4400" spc="0" baseline="0" dirty="0">
                <a:solidFill>
                  <a:schemeClr val="bg1">
                    <a:alpha val="54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##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295736" y="2407097"/>
            <a:ext cx="7632171" cy="10305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66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Divider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7765-DB77-44E5-9420-D56F1378074A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F7CB7E-3B6B-4D2E-86A1-641B43A0A14C}"/>
              </a:ext>
            </a:extLst>
          </p:cNvPr>
          <p:cNvGrpSpPr/>
          <p:nvPr userDrawn="1"/>
        </p:nvGrpSpPr>
        <p:grpSpPr>
          <a:xfrm>
            <a:off x="0" y="3748429"/>
            <a:ext cx="12200354" cy="3109571"/>
            <a:chOff x="0" y="2420888"/>
            <a:chExt cx="17408940" cy="4437112"/>
          </a:xfrm>
          <a:solidFill>
            <a:srgbClr val="FFFFFF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E0EACE-D844-41BE-AB6F-4F5D1E92ADE8}"/>
                </a:ext>
              </a:extLst>
            </p:cNvPr>
            <p:cNvSpPr/>
            <p:nvPr/>
          </p:nvSpPr>
          <p:spPr>
            <a:xfrm>
              <a:off x="13545188" y="2420888"/>
              <a:ext cx="3863752" cy="4437112"/>
            </a:xfrm>
            <a:custGeom>
              <a:avLst/>
              <a:gdLst>
                <a:gd name="connsiteX0" fmla="*/ 3863236 w 3863752"/>
                <a:gd name="connsiteY0" fmla="*/ 0 h 4437112"/>
                <a:gd name="connsiteX1" fmla="*/ 3863752 w 3863752"/>
                <a:gd name="connsiteY1" fmla="*/ 0 h 4437112"/>
                <a:gd name="connsiteX2" fmla="*/ 3863752 w 3863752"/>
                <a:gd name="connsiteY2" fmla="*/ 4437112 h 4437112"/>
                <a:gd name="connsiteX3" fmla="*/ 0 w 3863752"/>
                <a:gd name="connsiteY3" fmla="*/ 4437112 h 4437112"/>
                <a:gd name="connsiteX4" fmla="*/ 0 w 3863752"/>
                <a:gd name="connsiteY4" fmla="*/ 4436866 h 4437112"/>
                <a:gd name="connsiteX5" fmla="*/ 3863236 w 3863752"/>
                <a:gd name="connsiteY5" fmla="*/ 4436866 h 4437112"/>
                <a:gd name="connsiteX6" fmla="*/ 1983400 w 3863752"/>
                <a:gd name="connsiteY6" fmla="*/ 3838304 h 4437112"/>
                <a:gd name="connsiteX7" fmla="*/ 659694 w 3863752"/>
                <a:gd name="connsiteY7" fmla="*/ 4072197 h 4437112"/>
                <a:gd name="connsiteX8" fmla="*/ 2087964 w 3863752"/>
                <a:gd name="connsiteY8" fmla="*/ 2865367 h 4437112"/>
                <a:gd name="connsiteX9" fmla="*/ 3863236 w 3863752"/>
                <a:gd name="connsiteY9" fmla="*/ 2819313 h 4437112"/>
                <a:gd name="connsiteX10" fmla="*/ 3863236 w 3863752"/>
                <a:gd name="connsiteY10" fmla="*/ 0 h 443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63752" h="4437112">
                  <a:moveTo>
                    <a:pt x="3863236" y="0"/>
                  </a:moveTo>
                  <a:lnTo>
                    <a:pt x="3863752" y="0"/>
                  </a:lnTo>
                  <a:lnTo>
                    <a:pt x="3863752" y="4437112"/>
                  </a:lnTo>
                  <a:lnTo>
                    <a:pt x="0" y="4437112"/>
                  </a:lnTo>
                  <a:lnTo>
                    <a:pt x="0" y="4436866"/>
                  </a:lnTo>
                  <a:lnTo>
                    <a:pt x="3863236" y="4436866"/>
                  </a:lnTo>
                  <a:cubicBezTo>
                    <a:pt x="3427746" y="4377634"/>
                    <a:pt x="2669005" y="4045839"/>
                    <a:pt x="1983400" y="3838304"/>
                  </a:cubicBezTo>
                  <a:cubicBezTo>
                    <a:pt x="1205976" y="3602529"/>
                    <a:pt x="1033343" y="3757202"/>
                    <a:pt x="659694" y="4072197"/>
                  </a:cubicBezTo>
                  <a:cubicBezTo>
                    <a:pt x="741520" y="3974584"/>
                    <a:pt x="1638425" y="3101867"/>
                    <a:pt x="2087964" y="2865367"/>
                  </a:cubicBezTo>
                  <a:cubicBezTo>
                    <a:pt x="2967925" y="2401926"/>
                    <a:pt x="3805596" y="2799617"/>
                    <a:pt x="3863236" y="2819313"/>
                  </a:cubicBezTo>
                  <a:lnTo>
                    <a:pt x="3863236" y="0"/>
                  </a:lnTo>
                  <a:close/>
                </a:path>
              </a:pathLst>
            </a:custGeom>
            <a:grpFill/>
            <a:ln w="1448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26C57F-8D87-4F49-981A-49DD5DA143F0}"/>
                </a:ext>
              </a:extLst>
            </p:cNvPr>
            <p:cNvSpPr/>
            <p:nvPr/>
          </p:nvSpPr>
          <p:spPr>
            <a:xfrm>
              <a:off x="0" y="2711792"/>
              <a:ext cx="3863752" cy="4146208"/>
            </a:xfrm>
            <a:custGeom>
              <a:avLst/>
              <a:gdLst>
                <a:gd name="connsiteX0" fmla="*/ 0 w 3863752"/>
                <a:gd name="connsiteY0" fmla="*/ 0 h 4146208"/>
                <a:gd name="connsiteX1" fmla="*/ 17045 w 3863752"/>
                <a:gd name="connsiteY1" fmla="*/ 318982 h 4146208"/>
                <a:gd name="connsiteX2" fmla="*/ 3634608 w 3863752"/>
                <a:gd name="connsiteY2" fmla="*/ 4145962 h 4146208"/>
                <a:gd name="connsiteX3" fmla="*/ 3863752 w 3863752"/>
                <a:gd name="connsiteY3" fmla="*/ 4145962 h 4146208"/>
                <a:gd name="connsiteX4" fmla="*/ 3863752 w 3863752"/>
                <a:gd name="connsiteY4" fmla="*/ 4146208 h 4146208"/>
                <a:gd name="connsiteX5" fmla="*/ 0 w 3863752"/>
                <a:gd name="connsiteY5" fmla="*/ 4146208 h 414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3752" h="4146208">
                  <a:moveTo>
                    <a:pt x="0" y="0"/>
                  </a:moveTo>
                  <a:lnTo>
                    <a:pt x="17045" y="318982"/>
                  </a:lnTo>
                  <a:cubicBezTo>
                    <a:pt x="191531" y="1959641"/>
                    <a:pt x="1649456" y="3541906"/>
                    <a:pt x="3634608" y="4145962"/>
                  </a:cubicBezTo>
                  <a:lnTo>
                    <a:pt x="3863752" y="4145962"/>
                  </a:lnTo>
                  <a:lnTo>
                    <a:pt x="3863752" y="4146208"/>
                  </a:lnTo>
                  <a:lnTo>
                    <a:pt x="0" y="41462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4A434C0-E4FD-1B3E-2128-9DA333B45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6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3CC0AC9-AFD2-411F-B1BC-50BB961832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50000">
                <a:schemeClr val="tx1">
                  <a:alpha val="0"/>
                </a:schemeClr>
              </a:gs>
            </a:gsLst>
            <a:lin ang="1800000" scaled="0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94CA15D-2F52-4803-BDAE-1E7449D1A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7448" y="1557338"/>
            <a:ext cx="512961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60FF8B9-2D7B-497E-87E0-AFAC01227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7448" y="2132260"/>
            <a:ext cx="2952427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80000"/>
              </a:lnSpc>
              <a:defRPr lang="en-US" sz="54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9E4A743E-85AA-4861-BE9B-D0A887D851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7448" y="3760012"/>
            <a:ext cx="2952427" cy="861774"/>
          </a:xfrm>
          <a:noFill/>
        </p:spPr>
        <p:txBody>
          <a:bodyPr wrap="square" lIns="0" tIns="0" rIns="0" bIns="0" rtlCol="0" anchor="t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>
                <a:solidFill>
                  <a:schemeClr val="bg1"/>
                </a:solidFill>
                <a:latin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9577138" cy="4063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448768"/>
            <a:ext cx="9577138" cy="46452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610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5329E0A-327E-4475-ACC4-637C24D9D6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96221FCF-FD80-4F6D-8DA9-9317EBC3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A4F1765-68C5-44D1-A98C-B4F4A28FB0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9D46B37-73CD-4FCA-A759-8E2A51429F98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0" y="2009931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21162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26" y="942975"/>
            <a:ext cx="3384550" cy="324008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937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3412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51994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39571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104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3CF38C6-1EBE-4ED1-8E7F-383C6D4516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9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9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2816920"/>
            <a:ext cx="3384550" cy="30565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5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69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C532FC-7828-49E7-B6EF-06CAF53DDA64}"/>
              </a:ext>
            </a:extLst>
          </p:cNvPr>
          <p:cNvSpPr/>
          <p:nvPr userDrawn="1"/>
        </p:nvSpPr>
        <p:spPr>
          <a:xfrm>
            <a:off x="8102601" y="0"/>
            <a:ext cx="4079875" cy="6858000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302058" y="156527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6" cy="46905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70485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41960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302058" y="278129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302058" y="399730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302058" y="521332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D43D24-DED4-FCB2-C7FB-44ABCBEE6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797925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797925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797925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797925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3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9927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564D6273-13C3-41E3-9854-6BA8DC87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7139" cy="46905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0130E7F-2696-4D7D-8351-3A820B0259D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95326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6319767D-07B2-4A1E-BE78-9D7F3E8A2DF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5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26657DA0-8703-4499-B474-1559693405B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84600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4800" y="2030400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EE4083B0-5F51-4F95-BD7A-3B4222E8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C9CFA-71EA-43AD-BDD4-7FDB2FDF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82B9C09-CED4-448F-920B-B0EA81FCD18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4800" y="3918534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073AADBC-DF68-45FD-854E-35806C6DE0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AFEEB2E7-44F2-48F2-BBFC-DF704AD7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3FFB07-730C-4029-A1B2-3F55F310FE8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4FAE2FD6-F041-4D7F-8F92-2AFDD991FE5D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27539" y="2030400"/>
            <a:ext cx="6347786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C6A8FED-FA65-4CA1-BCAC-A45FB3462E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907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D65DFCA3-BD94-4763-9B1A-CD6AE2B1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9576000" cy="46905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0E119BA-A47F-4967-9FEC-495C9F92A7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75AE0700-627C-416D-BA13-5D2F3C8E556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5325" y="2030400"/>
            <a:ext cx="5842800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lang="en-AU" dirty="0"/>
            </a:lvl1pPr>
          </a:lstStyle>
          <a:p>
            <a:pPr lvl="0"/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90B2496-E1DB-4D4C-859D-CC14426C69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1052514"/>
            <a:ext cx="3384548" cy="5263410"/>
          </a:xfrm>
          <a:prstGeom prst="rect">
            <a:avLst/>
          </a:prstGeom>
          <a:solidFill>
            <a:schemeClr val="bg1"/>
          </a:solidFill>
        </p:spPr>
        <p:txBody>
          <a:bodyPr lIns="180000" tIns="1260000" rIns="180000" bIns="180000" anchor="t">
            <a:normAutofit/>
          </a:bodyPr>
          <a:lstStyle>
            <a:lvl1pPr marL="0" indent="0" algn="l">
              <a:buClr>
                <a:schemeClr val="bg1"/>
              </a:buClr>
              <a:buFont typeface="Arial" panose="020B0604020202020204" pitchFamily="34" charset="0"/>
              <a:buNone/>
              <a:defRPr lang="en-A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menu. Change shape width/height as preferred]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424" y="1340768"/>
            <a:ext cx="2592288" cy="8764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09B167-7472-4F88-89E8-DAE2E048396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F249FB-FC55-456D-9BD4-C0130FDA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95327" y="2001916"/>
            <a:ext cx="10801349" cy="3947404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5327" y="5949320"/>
            <a:ext cx="10801348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28C3BB-E5DD-47D4-B3C1-7A89BC1F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E9E9E33-B596-4A72-ACBD-699AC270638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E278AFA-A93C-4FAD-AA41-A6E61D8974A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-4"/>
            <a:ext cx="7810872" cy="685800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6D18E-7831-44BE-9F27-A68CFE3B02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A412D2-A7E4-4007-BC7B-41EB3D0B60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F8ED989-2306-4E52-9B82-69A7EC19398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3979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lnSpc>
                <a:spcPct val="100000"/>
              </a:lnSpc>
              <a:spcAft>
                <a:spcPts val="1200"/>
              </a:spcAft>
              <a:defRPr sz="1400"/>
            </a:lvl2pPr>
            <a:lvl3pPr>
              <a:lnSpc>
                <a:spcPct val="100000"/>
              </a:lnSpc>
              <a:spcAft>
                <a:spcPts val="1200"/>
              </a:spcAft>
              <a:defRPr sz="1400"/>
            </a:lvl3pPr>
            <a:lvl4pPr>
              <a:lnSpc>
                <a:spcPct val="100000"/>
              </a:lnSpc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ABC919D-2CAB-42EE-BCCF-5B744E8E7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4130282-F858-425B-AE74-20EE73DF98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EC9E-80A6-4F00-A6C2-0211431E31A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DD8DE5C-8A89-400F-8CA9-77C24E2B49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91945" y="-4"/>
            <a:ext cx="6586315" cy="6858001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63467-2027-4D99-8858-F83AC839052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E6B1A59-9939-4457-A48E-2E14017A35C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4500000" cy="3871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AU" sz="140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3F9AAC9-FF46-40B0-8882-C71A56BB27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00000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4EB2009-A38E-42C4-8D4A-72D274A5A4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0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5E7F27E-BB6C-4782-8015-F05E2C5C1E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D3E74F8-FA5A-4025-A701-02F364DB2A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25074" y="-3"/>
            <a:ext cx="4066927" cy="6858001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A16CAE-14B9-4A43-877B-E46EF044168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5BFC0C-3AAF-4677-B586-CD5CBF731F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DE1070F-73A4-4C19-B1CF-FB38DA04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BA097BA-93E9-4864-A12D-10803474794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7096124" cy="4064400"/>
          </a:xfrm>
          <a:custGeom>
            <a:avLst/>
            <a:gdLst>
              <a:gd name="connsiteX0" fmla="*/ 0 w 7096124"/>
              <a:gd name="connsiteY0" fmla="*/ 0 h 3240087"/>
              <a:gd name="connsiteX1" fmla="*/ 7096124 w 7096124"/>
              <a:gd name="connsiteY1" fmla="*/ 0 h 3240087"/>
              <a:gd name="connsiteX2" fmla="*/ 7096124 w 7096124"/>
              <a:gd name="connsiteY2" fmla="*/ 3240087 h 3240087"/>
              <a:gd name="connsiteX3" fmla="*/ 0 w 709612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6124" h="3240087">
                <a:moveTo>
                  <a:pt x="0" y="0"/>
                </a:moveTo>
                <a:lnTo>
                  <a:pt x="7096124" y="0"/>
                </a:lnTo>
                <a:lnTo>
                  <a:pt x="709612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  <a:lvl5pPr>
              <a:defRPr lang="en-AU" sz="1400" dirty="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6C5E2F5-0061-4600-A426-EB0BCA3B0D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795A59A-32A0-4E4F-ADE5-B079E4BC191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0"/>
            <a:ext cx="7810872" cy="687251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22D7A-8171-44C9-AFA6-24E34B78763E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A71569F-BB25-4674-BADB-F4162EFAC7F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4206912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spcAft>
                <a:spcPts val="1200"/>
              </a:spcAft>
              <a:defRPr sz="1400">
                <a:solidFill>
                  <a:schemeClr val="bg1"/>
                </a:solidFill>
              </a:defRPr>
            </a:lvl1pPr>
            <a:lvl2pPr>
              <a:spcAft>
                <a:spcPts val="12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1200"/>
              </a:spcAft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spcAft>
                <a:spcPts val="1200"/>
              </a:spcAft>
              <a:defRPr sz="1400">
                <a:solidFill>
                  <a:schemeClr val="bg1"/>
                </a:solidFill>
              </a:defRPr>
            </a:lvl4pPr>
            <a:lvl5pPr>
              <a:spcAft>
                <a:spcPts val="1200"/>
              </a:spcAft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A46BE02-73A4-478B-91B5-60E3126AD0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1B3E6F15-268B-42EB-A1DC-9E9E18BCA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4E0D937-BE88-4584-B716-79FDE92B735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05685" y="0"/>
            <a:ext cx="6586315" cy="6887025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152F0-B857-4837-AD26-E55058B68A12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EFD1972-8EA7-4ECA-B4BE-8591D45B72C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4536578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086D5B7-49D4-45BF-9DA6-AAB93DAE7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3657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C6C5F7B-FB99-4491-8B47-FF6117F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3657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40DF0C2-28B5-445A-B99A-61CA30EFB4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B5D6B1C-6262-4AF0-90EE-88B7D718512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5074" y="1"/>
            <a:ext cx="4066927" cy="6887026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EE3ED-5C13-4151-AFC4-04F14BD9ECA3}"/>
              </a:ext>
            </a:extLst>
          </p:cNvPr>
          <p:cNvSpPr txBox="1"/>
          <p:nvPr userDrawn="1"/>
        </p:nvSpPr>
        <p:spPr>
          <a:xfrm>
            <a:off x="1" y="-622612"/>
            <a:ext cx="7632171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Clicking along the edge of purple container and change the shape fill colour.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F12626A-8317-4616-9DEA-523330E3B61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7096124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AC21342-65B5-43EB-A61C-CC10FC7B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9B74B0F-B518-4927-A74F-313B2EC261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CA045B-79DD-4F1E-A5D5-56CC7F67455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08568" y="6526800"/>
            <a:ext cx="288032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7E880590-31EE-469A-A906-EE62AC10657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5" y="2030400"/>
            <a:ext cx="3384000" cy="4206912"/>
          </a:xfrm>
          <a:custGeom>
            <a:avLst/>
            <a:gdLst>
              <a:gd name="connsiteX0" fmla="*/ 0 w 3384000"/>
              <a:gd name="connsiteY0" fmla="*/ 0 h 3240087"/>
              <a:gd name="connsiteX1" fmla="*/ 3384000 w 3384000"/>
              <a:gd name="connsiteY1" fmla="*/ 0 h 3240087"/>
              <a:gd name="connsiteX2" fmla="*/ 3384000 w 3384000"/>
              <a:gd name="connsiteY2" fmla="*/ 3240087 h 3240087"/>
              <a:gd name="connsiteX3" fmla="*/ 0 w 3384000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3240087">
                <a:moveTo>
                  <a:pt x="0" y="0"/>
                </a:moveTo>
                <a:lnTo>
                  <a:pt x="3384000" y="0"/>
                </a:lnTo>
                <a:lnTo>
                  <a:pt x="3384000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88CFC63-6AC8-47EA-B1E4-85A2108A3B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63200"/>
            <a:ext cx="3384550" cy="469056"/>
          </a:xfrm>
        </p:spPr>
        <p:txBody>
          <a:bodyPr/>
          <a:lstStyle/>
          <a:p>
            <a:r>
              <a:rPr lang="en-US" dirty="0"/>
              <a:t>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97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40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7050" y="3182602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400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4335FC-BD53-4794-8DA5-8FFBAE1F28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705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82AF12-58DE-43D7-9E95-F90A1203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945792A-E478-4C06-AA1A-F66F0D1360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479752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2A4C4A-3642-4CE3-8FB6-AFE5A9CA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012495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012495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012495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012495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67645D-435A-4DA4-9CBA-77E7F4B5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5200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E0658-31AB-4AA9-B241-6C41D88C9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102FA23-4F6E-4CE7-83FA-05BAC2F85D5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324" y="2163010"/>
            <a:ext cx="5197808" cy="3701390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77735E5-7E07-439E-A173-ACABCE0324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7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4587"/>
          </a:xfrm>
          <a:prstGeom prst="rect">
            <a:avLst/>
          </a:prstGeom>
          <a:solidFill>
            <a:srgbClr val="962A8B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AA7FD-BD90-42A7-ADCE-A909D39619C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DB814-0723-41E1-87CA-20F94C28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F16ADB-A971-4A3C-96F9-2639482B11C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4" y="2163600"/>
            <a:ext cx="5197808" cy="37001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475E2FC-2D3C-4D15-BB0D-D4B480A1F9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0544620-FB92-442D-8D66-3B8ACA0939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98992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335"/>
            <a:ext cx="5112000" cy="4885200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7467BC2-B2BE-4205-B9B5-DA5CC1F6A00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3" y="2163599"/>
            <a:ext cx="5197808" cy="3729935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D1FD25-98B7-4075-B181-7E91AA14B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C596C78-2D0A-467F-BBBA-B45A6E9309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3" y="1551600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2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286"/>
            <a:ext cx="5112000" cy="4885200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6ED75D5-4A4F-4C1A-87D9-0AF5841C60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251" y="2163599"/>
            <a:ext cx="5197808" cy="37298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B64CD2-00BE-477A-85FC-603E001D59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06C11C8-809D-4D04-925A-33C6DB34BE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251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126" y="2040365"/>
            <a:ext cx="3384548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12390-A044-4D48-96A4-00A2D51D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2030400"/>
            <a:ext cx="3384548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7254" y="2033057"/>
            <a:ext cx="3384548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4749D6D-DBC4-4697-B59F-A3C7324B68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C1A5F930-F83B-4616-AC17-D7231CE874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85206" y="4361190"/>
            <a:ext cx="5198533" cy="13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696586-6988-4D6B-BE2D-2C0EDF44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94799" y="2030400"/>
            <a:ext cx="5198532" cy="1368226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76E37327-CD28-4B4C-A327-FE60BBD71F6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6375" y="3558494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9CC4669-D5CF-188B-5A79-8AB02D9BAEF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85206" y="2030400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40928" y="2426193"/>
            <a:ext cx="5219998" cy="12646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40928" y="4338433"/>
            <a:ext cx="5219996" cy="13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928" y="4059949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2F6810-4203-426A-BA3F-12E853FD972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4800" y="2030400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608E6E7-0CC5-4C1B-8095-7EA4A3FE80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799" y="4050433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E219F9-19D4-45A2-9D79-6847ED38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40928" y="2028166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88F298BC-8471-411E-B254-EFEEFEB67A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l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2634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096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0096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0096" y="4295030"/>
            <a:ext cx="950400" cy="108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337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9616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7078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7078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7078" y="4295030"/>
            <a:ext cx="950400" cy="10800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cons +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A98747-0DB5-4B1B-B49E-00EE7FBBF5D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-4514" y="1306470"/>
            <a:ext cx="3753813" cy="5546544"/>
          </a:xfrm>
          <a:custGeom>
            <a:avLst/>
            <a:gdLst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0 w 3753813"/>
              <a:gd name="connsiteY4" fmla="*/ 6308592 h 6308700"/>
              <a:gd name="connsiteX5" fmla="*/ 1216808 w 3753813"/>
              <a:gd name="connsiteY5" fmla="*/ 6308592 h 6308700"/>
              <a:gd name="connsiteX6" fmla="*/ 1216808 w 3753813"/>
              <a:gd name="connsiteY6" fmla="*/ 6308513 h 6308700"/>
              <a:gd name="connsiteX7" fmla="*/ 1142621 w 3753813"/>
              <a:gd name="connsiteY7" fmla="*/ 6308513 h 6308700"/>
              <a:gd name="connsiteX8" fmla="*/ 11598 w 3753813"/>
              <a:gd name="connsiteY8" fmla="*/ 5267228 h 6308700"/>
              <a:gd name="connsiteX9" fmla="*/ 0 w 3753813"/>
              <a:gd name="connsiteY9" fmla="*/ 5221165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1216808 w 3753813"/>
              <a:gd name="connsiteY4" fmla="*/ 6308592 h 6308700"/>
              <a:gd name="connsiteX5" fmla="*/ 1216808 w 3753813"/>
              <a:gd name="connsiteY5" fmla="*/ 6308513 h 6308700"/>
              <a:gd name="connsiteX6" fmla="*/ 1142621 w 3753813"/>
              <a:gd name="connsiteY6" fmla="*/ 6308513 h 6308700"/>
              <a:gd name="connsiteX7" fmla="*/ 11598 w 3753813"/>
              <a:gd name="connsiteY7" fmla="*/ 5267228 h 6308700"/>
              <a:gd name="connsiteX8" fmla="*/ 0 w 3753813"/>
              <a:gd name="connsiteY8" fmla="*/ 5221165 h 6308700"/>
              <a:gd name="connsiteX9" fmla="*/ 0 w 3753813"/>
              <a:gd name="connsiteY9" fmla="*/ 0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1216808 w 3753813"/>
              <a:gd name="connsiteY3" fmla="*/ 6308592 h 6308700"/>
              <a:gd name="connsiteX4" fmla="*/ 1216808 w 3753813"/>
              <a:gd name="connsiteY4" fmla="*/ 6308513 h 6308700"/>
              <a:gd name="connsiteX5" fmla="*/ 1142621 w 3753813"/>
              <a:gd name="connsiteY5" fmla="*/ 6308513 h 6308700"/>
              <a:gd name="connsiteX6" fmla="*/ 11598 w 3753813"/>
              <a:gd name="connsiteY6" fmla="*/ 5267228 h 6308700"/>
              <a:gd name="connsiteX7" fmla="*/ 0 w 3753813"/>
              <a:gd name="connsiteY7" fmla="*/ 5221165 h 6308700"/>
              <a:gd name="connsiteX8" fmla="*/ 0 w 3753813"/>
              <a:gd name="connsiteY8" fmla="*/ 0 h 630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53813" h="6308700">
                <a:moveTo>
                  <a:pt x="0" y="0"/>
                </a:moveTo>
                <a:lnTo>
                  <a:pt x="3753813" y="0"/>
                </a:lnTo>
                <a:lnTo>
                  <a:pt x="3753813" y="6308700"/>
                </a:lnTo>
                <a:lnTo>
                  <a:pt x="1216808" y="6308592"/>
                </a:lnTo>
                <a:lnTo>
                  <a:pt x="1216808" y="6308513"/>
                </a:lnTo>
                <a:lnTo>
                  <a:pt x="1142621" y="6308513"/>
                </a:lnTo>
                <a:cubicBezTo>
                  <a:pt x="580256" y="6137392"/>
                  <a:pt x="148576" y="5723798"/>
                  <a:pt x="11598" y="5267228"/>
                </a:cubicBezTo>
                <a:lnTo>
                  <a:pt x="0" y="52211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74646-5116-45C7-99CA-F3BEE3092EC8}"/>
              </a:ext>
            </a:extLst>
          </p:cNvPr>
          <p:cNvSpPr/>
          <p:nvPr userDrawn="1"/>
        </p:nvSpPr>
        <p:spPr>
          <a:xfrm>
            <a:off x="3801968" y="1311456"/>
            <a:ext cx="3491358" cy="5546544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0D68F-568E-4F07-BF1B-D56E5E1616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7690930-F7A3-403F-8CD6-64AE7616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1600" y="1307416"/>
            <a:ext cx="3945000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10EEB8-1B8C-4828-AF29-90D9289687B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559562" y="1916832"/>
            <a:ext cx="3937038" cy="42896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C1FFA05-383E-4EA0-8A7A-14406633FDAE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511824" y="1993680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EF7C04B6-0E34-422C-AFA2-C2258851736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511824" y="3470058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626B73AE-3585-4450-A61F-2665857EB816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511824" y="4946435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CEB3261A-B820-4F34-AA9C-ECB6FADB734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007691" y="1993680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9E0DE186-927A-456D-BA02-3331C27470FD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007691" y="3470058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EC74DFA6-B8C2-4882-ADA6-BDDC15DB7D9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007691" y="4946435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270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4381A-1796-48D3-99D8-9D18726C1C17}"/>
              </a:ext>
            </a:extLst>
          </p:cNvPr>
          <p:cNvSpPr/>
          <p:nvPr userDrawn="1"/>
        </p:nvSpPr>
        <p:spPr>
          <a:xfrm flipV="1">
            <a:off x="-7364" y="2030400"/>
            <a:ext cx="12199364" cy="441176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10801350" cy="38953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512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9575999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47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9736" y="2778974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B62BB5B9-4568-4309-93B5-668133F368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71624" y="908720"/>
            <a:ext cx="2964660" cy="5384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660400" y="908719"/>
            <a:ext cx="2985168" cy="5384801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908720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41" y="1198800"/>
            <a:ext cx="2184251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3113" y="5402945"/>
            <a:ext cx="2160588" cy="85921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719736" y="90872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096000" y="451237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213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0385095-2391-426D-A969-133DEBAAD7D2}"/>
              </a:ext>
            </a:extLst>
          </p:cNvPr>
          <p:cNvSpPr/>
          <p:nvPr userDrawn="1"/>
        </p:nvSpPr>
        <p:spPr>
          <a:xfrm>
            <a:off x="-15679" y="246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chemeClr val="accent1"/>
              </a:gs>
              <a:gs pos="100000">
                <a:schemeClr val="accent2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CEFEC494-73C0-494E-8DE9-7C8FE7AA87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EBA3D052-5560-4BE7-B48A-7CCBABE3CB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B3550CE3-EB5D-48BF-BD90-C402F0393B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78C0BDD-99F2-43E0-A486-A50E5712E4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751850F8-1596-48EC-9EF7-59E146FE07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18B49F0-234B-4974-77BB-C696A010C8EB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9D9129-7B58-D3FD-2A63-67A7AE280B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51E340C-E489-401B-B6F3-AAF3490020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5680" y="245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CF0F21-1AF8-4E7D-8464-6403D7D097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85C39C7-FD74-4D69-9F1C-82E7F410C9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463355A-3DD0-4858-BE53-6F6D361EF5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40339E3-2BC2-4DF1-B88F-7DF041C1F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AF70255-159E-4A2A-9499-827B8744C6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9CA893B-E6B7-B8EF-95BC-43DF61BAD720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4281" y="5367438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DA1BC6-57D4-AB05-9DAA-6A724E33FF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E7DBE68-C9B2-5E04-9759-B580B9B9B6F9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59201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84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5326" y="6526800"/>
            <a:ext cx="3360109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8" y="6526800"/>
            <a:ext cx="288032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FB2558-6228-01A8-6AA9-F913EDFCDE95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5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1"/>
            <a:ext cx="1512000" cy="3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816" r:id="rId3"/>
    <p:sldLayoutId id="2147483817" r:id="rId4"/>
    <p:sldLayoutId id="2147483799" r:id="rId5"/>
    <p:sldLayoutId id="2147483800" r:id="rId6"/>
    <p:sldLayoutId id="2147483792" r:id="rId7"/>
    <p:sldLayoutId id="2147483802" r:id="rId8"/>
    <p:sldLayoutId id="2147483775" r:id="rId9"/>
    <p:sldLayoutId id="2147483650" r:id="rId10"/>
    <p:sldLayoutId id="2147483815" r:id="rId11"/>
    <p:sldLayoutId id="2147483652" r:id="rId12"/>
    <p:sldLayoutId id="2147483778" r:id="rId13"/>
    <p:sldLayoutId id="2147483804" r:id="rId14"/>
    <p:sldLayoutId id="2147483805" r:id="rId15"/>
    <p:sldLayoutId id="2147483803" r:id="rId16"/>
    <p:sldLayoutId id="2147483806" r:id="rId17"/>
    <p:sldLayoutId id="2147483779" r:id="rId18"/>
    <p:sldLayoutId id="2147483728" r:id="rId19"/>
    <p:sldLayoutId id="2147483656" r:id="rId20"/>
    <p:sldLayoutId id="2147483732" r:id="rId21"/>
    <p:sldLayoutId id="2147483793" r:id="rId22"/>
    <p:sldLayoutId id="2147483657" r:id="rId23"/>
    <p:sldLayoutId id="2147483765" r:id="rId24"/>
    <p:sldLayoutId id="2147483787" r:id="rId25"/>
    <p:sldLayoutId id="2147483788" r:id="rId26"/>
    <p:sldLayoutId id="2147483794" r:id="rId27"/>
    <p:sldLayoutId id="2147483795" r:id="rId28"/>
    <p:sldLayoutId id="2147483796" r:id="rId29"/>
    <p:sldLayoutId id="2147483791" r:id="rId30"/>
    <p:sldLayoutId id="2147483797" r:id="rId31"/>
    <p:sldLayoutId id="2147483790" r:id="rId32"/>
    <p:sldLayoutId id="2147483798" r:id="rId33"/>
    <p:sldLayoutId id="2147483768" r:id="rId34"/>
    <p:sldLayoutId id="2147483769" r:id="rId35"/>
    <p:sldLayoutId id="2147483770" r:id="rId36"/>
    <p:sldLayoutId id="2147483771" r:id="rId37"/>
    <p:sldLayoutId id="2147483789" r:id="rId38"/>
    <p:sldLayoutId id="2147483776" r:id="rId39"/>
    <p:sldLayoutId id="2147483777" r:id="rId40"/>
    <p:sldLayoutId id="2147483807" r:id="rId41"/>
    <p:sldLayoutId id="2147483808" r:id="rId42"/>
    <p:sldLayoutId id="2147483809" r:id="rId43"/>
    <p:sldLayoutId id="2147483810" r:id="rId44"/>
    <p:sldLayoutId id="2147483814" r:id="rId45"/>
    <p:sldLayoutId id="2147483811" r:id="rId46"/>
    <p:sldLayoutId id="2147483780" r:id="rId47"/>
    <p:sldLayoutId id="2147483801" r:id="rId48"/>
    <p:sldLayoutId id="2147483813" r:id="rId49"/>
    <p:sldLayoutId id="2147483812" r:id="rId5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436" userDrawn="1">
          <p15:clr>
            <a:srgbClr val="F26B43"/>
          </p15:clr>
        </p15:guide>
        <p15:guide id="9" pos="3961" userDrawn="1">
          <p15:clr>
            <a:srgbClr val="F26B43"/>
          </p15:clr>
        </p15:guide>
        <p15:guide id="10" pos="3719" userDrawn="1">
          <p15:clr>
            <a:srgbClr val="F26B43"/>
          </p15:clr>
        </p15:guide>
        <p15:guide id="11" orient="horz" pos="4110" userDrawn="1">
          <p15:clr>
            <a:srgbClr val="F26B43"/>
          </p15:clr>
        </p15:guide>
        <p15:guide id="13" pos="7242" userDrawn="1">
          <p15:clr>
            <a:srgbClr val="F26B43"/>
          </p15:clr>
        </p15:guide>
        <p15:guide id="14" orient="horz" pos="981" userDrawn="1">
          <p15:clr>
            <a:srgbClr val="F26B43"/>
          </p15:clr>
        </p15:guide>
        <p15:guide id="15" pos="2772" userDrawn="1">
          <p15:clr>
            <a:srgbClr val="F26B43"/>
          </p15:clr>
        </p15:guide>
        <p15:guide id="16" pos="2570" userDrawn="1">
          <p15:clr>
            <a:srgbClr val="F26B43"/>
          </p15:clr>
        </p15:guide>
        <p15:guide id="17" pos="5110" userDrawn="1">
          <p15:clr>
            <a:srgbClr val="F26B43"/>
          </p15:clr>
        </p15:guide>
        <p15:guide id="18" pos="4908" userDrawn="1">
          <p15:clr>
            <a:srgbClr val="F26B43"/>
          </p15:clr>
        </p15:guide>
        <p15:guide id="19" orient="horz" pos="1661" userDrawn="1">
          <p15:clr>
            <a:srgbClr val="F26B43"/>
          </p15:clr>
        </p15:guide>
        <p15:guide id="20" orient="horz" pos="19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We’ll Cross That Bridge When We Get There: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699250" y="3789040"/>
            <a:ext cx="5116831" cy="246221"/>
          </a:xfrm>
        </p:spPr>
        <p:txBody>
          <a:bodyPr/>
          <a:lstStyle/>
          <a:p>
            <a:r>
              <a:rPr lang="en-AU" dirty="0"/>
              <a:t>Novel Approaches to Ancestral Trait Reconstruction (And an Appropriately Unhinged Recap of the Field)</a:t>
            </a:r>
          </a:p>
        </p:txBody>
      </p:sp>
    </p:spTree>
    <p:extLst>
      <p:ext uri="{BB962C8B-B14F-4D97-AF65-F5344CB8AC3E}">
        <p14:creationId xmlns:p14="http://schemas.microsoft.com/office/powerpoint/2010/main" val="2934808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CA3647C-7FCF-2E97-0FDE-7ACAD643FB6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3980C-7FC7-1AE2-7CB3-3551FCA309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F36DA-0617-5A31-C756-10AA85E737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</a:t>
            </a:fld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90FB33-6537-C8CF-CF0B-80C4815DDCED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266984-0566-964E-F874-7F7FE5D7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Who Am I?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43C3C2-F771-CE23-AADF-FA90F5740AC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7764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1">
            <a:extLst>
              <a:ext uri="{FF2B5EF4-FFF2-40B4-BE49-F238E27FC236}">
                <a16:creationId xmlns:a16="http://schemas.microsoft.com/office/drawing/2014/main" id="{2E3E92E9-0213-5D24-FC53-CE3C59CF2C8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6" y="6526800"/>
            <a:ext cx="3360109" cy="108000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8EF18-08B1-0652-0F96-8A5EF4A613C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3</a:t>
            </a:fld>
            <a:endParaRPr lang="en-AU" sz="700"/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C4B956DC-56C2-EC63-D24B-F4C8AD308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366A5BC-8E33-D478-8894-22B7A6E0F80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95326" y="2816920"/>
            <a:ext cx="3384550" cy="3056550"/>
          </a:xfrm>
        </p:spPr>
        <p:txBody>
          <a:bodyPr>
            <a:normAutofit/>
          </a:bodyPr>
          <a:lstStyle/>
          <a:p>
            <a:endParaRPr lang="en-AU" dirty="0"/>
          </a:p>
        </p:txBody>
      </p:sp>
      <p:pic>
        <p:nvPicPr>
          <p:cNvPr id="18" name="Content Placeholder 8">
            <a:extLst>
              <a:ext uri="{FF2B5EF4-FFF2-40B4-BE49-F238E27FC236}">
                <a16:creationId xmlns:a16="http://schemas.microsoft.com/office/drawing/2014/main" id="{33F26D38-27BC-65AC-90E2-29FD2D905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3" y="970718"/>
            <a:ext cx="7552950" cy="520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16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EC7ABA-9848-506C-6F27-238ACEF558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5B863-AD6F-4035-A9E2-F55ED2057B1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DFF1D-DC61-98D5-4658-6FD46DA506E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 Brief History of </a:t>
            </a:r>
            <a:r>
              <a:rPr lang="en-AU" i="1" dirty="0"/>
              <a:t>Panthera </a:t>
            </a:r>
            <a:r>
              <a:rPr lang="en-AU" i="1" dirty="0" err="1"/>
              <a:t>tigris</a:t>
            </a:r>
            <a:endParaRPr lang="en-AU" i="1" dirty="0"/>
          </a:p>
          <a:p>
            <a:pPr marL="465750" lvl="2" indent="-285750"/>
            <a:r>
              <a:rPr lang="en-AU" sz="1100" dirty="0"/>
              <a:t>1758 Carl Linnaeus describes the tiger giving it the scientific name </a:t>
            </a:r>
            <a:r>
              <a:rPr lang="en-AU" sz="1100" i="1" dirty="0"/>
              <a:t>Felis </a:t>
            </a:r>
            <a:r>
              <a:rPr lang="en-AU" sz="1100" i="1" dirty="0" err="1"/>
              <a:t>tigris</a:t>
            </a:r>
            <a:endParaRPr lang="en-AU" sz="1100" i="1" dirty="0"/>
          </a:p>
          <a:p>
            <a:pPr marL="465750" lvl="2" indent="-285750"/>
            <a:r>
              <a:rPr lang="en-AU" sz="1100" dirty="0"/>
              <a:t>1929 Reginald Innes Pocock places the species in </a:t>
            </a:r>
            <a:r>
              <a:rPr lang="en-AU" sz="1100" i="1" dirty="0"/>
              <a:t>Panthera</a:t>
            </a:r>
          </a:p>
          <a:p>
            <a:pPr marL="742950" lvl="3" indent="-285750"/>
            <a:r>
              <a:rPr lang="en-AU" sz="1100" dirty="0"/>
              <a:t>We recognize up to 9 (Living and Extinct) tiger subspecies: Bengal, Malayan, Indochinese, South China, Siberian, Caspian, Javan, Bali, Sumatran</a:t>
            </a:r>
          </a:p>
          <a:p>
            <a:pPr marL="465750" lvl="2" indent="-285750"/>
            <a:r>
              <a:rPr lang="en-AU" sz="1100" dirty="0"/>
              <a:t>1999 Proposal to recognize only 2 subspecies as previous definitions rely solely on morphological characteristics</a:t>
            </a:r>
          </a:p>
          <a:p>
            <a:pPr marL="742950" lvl="3" indent="-285750"/>
            <a:r>
              <a:rPr lang="en-AU" sz="1100" i="1" dirty="0"/>
              <a:t>Panthera </a:t>
            </a:r>
            <a:r>
              <a:rPr lang="en-AU" sz="1100" i="1" dirty="0" err="1"/>
              <a:t>tigris</a:t>
            </a:r>
            <a:r>
              <a:rPr lang="en-AU" sz="1100" i="1" dirty="0"/>
              <a:t> </a:t>
            </a:r>
            <a:r>
              <a:rPr lang="en-AU" sz="1100" i="1" dirty="0" err="1"/>
              <a:t>tigris</a:t>
            </a:r>
            <a:r>
              <a:rPr lang="en-AU" sz="1100" i="1" dirty="0"/>
              <a:t>, Panthera </a:t>
            </a:r>
            <a:r>
              <a:rPr lang="en-AU" sz="1100" i="1" dirty="0" err="1"/>
              <a:t>tigris</a:t>
            </a:r>
            <a:r>
              <a:rPr lang="en-AU" sz="1100" i="1" dirty="0"/>
              <a:t> </a:t>
            </a:r>
            <a:r>
              <a:rPr lang="en-AU" sz="1100" i="1" dirty="0" err="1"/>
              <a:t>sondaica</a:t>
            </a:r>
            <a:endParaRPr lang="en-AU" sz="1100" i="1" dirty="0"/>
          </a:p>
          <a:p>
            <a:pPr marL="465750" lvl="2" indent="-285750"/>
            <a:r>
              <a:rPr lang="en-AU" sz="1100" dirty="0"/>
              <a:t>2015 corroboration of two subspecies proposal due to morphological, ecological and </a:t>
            </a:r>
            <a:r>
              <a:rPr lang="en-AU" sz="1100" dirty="0" err="1"/>
              <a:t>mitochrondrial</a:t>
            </a:r>
            <a:r>
              <a:rPr lang="en-AU" sz="1100" dirty="0"/>
              <a:t> DNA traits</a:t>
            </a:r>
          </a:p>
          <a:p>
            <a:pPr marL="465750" lvl="2" indent="-285750"/>
            <a:r>
              <a:rPr lang="en-AU" sz="1100" dirty="0"/>
              <a:t>2018 whole genome sequencing on the 6 remaining subspecies from 1929-1999 definitions indicate all belong to different clades</a:t>
            </a:r>
          </a:p>
          <a:p>
            <a:pPr marL="742950" lvl="3" indent="-285750"/>
            <a:r>
              <a:rPr lang="en-AU" sz="1100" dirty="0"/>
              <a:t>Corroborated in 2021, 2023</a:t>
            </a:r>
          </a:p>
          <a:p>
            <a:pPr marL="286362" lvl="1" indent="-285750"/>
            <a:endParaRPr lang="en-AU" i="1" dirty="0"/>
          </a:p>
          <a:p>
            <a:pPr marL="286362" lvl="1" indent="-285750"/>
            <a:endParaRPr lang="en-AU" i="1" dirty="0"/>
          </a:p>
          <a:p>
            <a:pPr marL="465750" lvl="2" indent="-285750"/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C7A32B-F1E6-BBD6-2FD8-FAE19238C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a Species?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EAD64D-8A93-EE1C-B46B-499B68C0335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AU" dirty="0"/>
              <a:t>And who gets to decide?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3E386D-4572-1273-0F17-950CF8632B0F}"/>
              </a:ext>
            </a:extLst>
          </p:cNvPr>
          <p:cNvSpPr>
            <a:spLocks noGrp="1"/>
          </p:cNvSpPr>
          <p:nvPr>
            <p:ph sz="quarter" idx="32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58235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F7CF7A1-FF97-CD8B-A732-AACD76B7EC7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79376" y="1999232"/>
            <a:ext cx="11425067" cy="377001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73221EF-247C-D7D4-AB1B-DA880E505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Trees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541BD-15DC-3E8E-83F2-95C5D3EDD51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1501C-D520-9211-D6E4-0C2EDF3AC1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5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E191B5-C930-5F1D-FC4C-53154B8D4E9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AU" dirty="0"/>
              <a:t>We’ll cross this bridge when we get to it</a:t>
            </a:r>
          </a:p>
        </p:txBody>
      </p:sp>
    </p:spTree>
    <p:extLst>
      <p:ext uri="{BB962C8B-B14F-4D97-AF65-F5344CB8AC3E}">
        <p14:creationId xmlns:p14="http://schemas.microsoft.com/office/powerpoint/2010/main" val="149496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378074-02EA-32A9-01D3-7B5C4D0E38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AB8564-883E-4AF8-33FD-FE1587345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6</a:t>
            </a:fld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5BE12-DCC0-30EA-AC03-0D11DBD588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AEF317-97F4-037F-647D-E2B0021D8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Problem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EA6735-6403-D3E0-E9F7-EF30B1E2B9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184A45-C695-9E24-BBB2-7E261B9BE9B8}"/>
              </a:ext>
            </a:extLst>
          </p:cNvPr>
          <p:cNvSpPr>
            <a:spLocks noGrp="1"/>
          </p:cNvSpPr>
          <p:nvPr>
            <p:ph sz="quarter" idx="32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325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A1B4B0-6FEA-5EB3-7B9A-7B3CC7BEAE3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77004-3AF6-9F96-87A0-489CCE84F8B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7</a:t>
            </a:fld>
            <a:endParaRPr lang="en-AU" dirty="0"/>
          </a:p>
        </p:txBody>
      </p:sp>
      <p:pic>
        <p:nvPicPr>
          <p:cNvPr id="9" name="Content Placeholder 8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EDE23F71-2078-2377-01B7-59738BF5CF4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60978" y="2121345"/>
            <a:ext cx="5802426" cy="3315671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735F12B-4119-4B8F-964E-4DB2F8E38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Ancestral Character Reconstruction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D22303-8ED5-13E8-F3C1-18D1D0D81EA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1" name="Content Placeholder 10" descr="A screenshot of a computer&#10;&#10;Description automatically generated">
            <a:extLst>
              <a:ext uri="{FF2B5EF4-FFF2-40B4-BE49-F238E27FC236}">
                <a16:creationId xmlns:a16="http://schemas.microsoft.com/office/drawing/2014/main" id="{A199F753-E27F-3A10-8766-FF8D9FA66767}"/>
              </a:ext>
            </a:extLst>
          </p:cNvPr>
          <p:cNvPicPr>
            <a:picLocks noGrp="1" noChangeAspect="1"/>
          </p:cNvPicPr>
          <p:nvPr>
            <p:ph sz="quarter" idx="32"/>
          </p:nvPr>
        </p:nvPicPr>
        <p:blipFill>
          <a:blip r:embed="rId3"/>
          <a:stretch>
            <a:fillRect/>
          </a:stretch>
        </p:blipFill>
        <p:spPr>
          <a:xfrm>
            <a:off x="6062225" y="2276873"/>
            <a:ext cx="5530252" cy="3160144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15B143-ADD8-AD09-8AE6-8870BEE8DAD4}"/>
              </a:ext>
            </a:extLst>
          </p:cNvPr>
          <p:cNvSpPr txBox="1"/>
          <p:nvPr/>
        </p:nvSpPr>
        <p:spPr>
          <a:xfrm>
            <a:off x="263352" y="5437017"/>
            <a:ext cx="11089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i="1" dirty="0"/>
              <a:t>Figure 1</a:t>
            </a:r>
            <a:r>
              <a:rPr lang="en-US" sz="800" dirty="0"/>
              <a:t>: Ancestral trait reconstruction of 35 marsupial species for femur trochanteric fossa length value from 25 multiple imputations,</a:t>
            </a:r>
          </a:p>
          <a:p>
            <a:pPr algn="ctr"/>
            <a:r>
              <a:rPr lang="en-US" sz="800" dirty="0"/>
              <a:t>from 25 independent initial samples with trait reconstruction repeated 25 times. </a:t>
            </a:r>
            <a:r>
              <a:rPr lang="en-US" sz="800" b="1" dirty="0"/>
              <a:t>A) </a:t>
            </a:r>
            <a:r>
              <a:rPr lang="en-US" sz="800" dirty="0"/>
              <a:t>indicates the mean with heat map over the marker</a:t>
            </a:r>
          </a:p>
          <a:p>
            <a:pPr algn="ctr"/>
            <a:r>
              <a:rPr lang="en-US" sz="800" dirty="0"/>
              <a:t>indicated predicted mean values, </a:t>
            </a:r>
            <a:r>
              <a:rPr lang="en-US" sz="800" b="1" dirty="0"/>
              <a:t>B) </a:t>
            </a:r>
            <a:r>
              <a:rPr lang="en-US" sz="800" dirty="0"/>
              <a:t>shows standard deviation normalized to mean value of the length of the tree</a:t>
            </a:r>
            <a:endParaRPr lang="en-AU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902AE6-CF98-CBF4-FB0D-E6FB841D8EA4}"/>
              </a:ext>
            </a:extLst>
          </p:cNvPr>
          <p:cNvSpPr txBox="1"/>
          <p:nvPr/>
        </p:nvSpPr>
        <p:spPr>
          <a:xfrm>
            <a:off x="695325" y="3429000"/>
            <a:ext cx="432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23FB5D-6A60-7A33-2BD0-C5AD75C3AE6F}"/>
              </a:ext>
            </a:extLst>
          </p:cNvPr>
          <p:cNvSpPr txBox="1"/>
          <p:nvPr/>
        </p:nvSpPr>
        <p:spPr>
          <a:xfrm>
            <a:off x="6434089" y="3409848"/>
            <a:ext cx="432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7363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0EDC326-7BCC-4A7F-0BEE-112F1E865107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6384600" y="979200"/>
                <a:ext cx="5112000" cy="4884587"/>
              </a:xfrm>
            </p:spPr>
            <p:txBody>
              <a:bodyPr anchor="ctr">
                <a:normAutofit fontScale="92500" lnSpcReduction="20000"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dirty="0"/>
                  <a:t>To evolve on this tree, we need to employ a stochastic process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dirty="0"/>
                  <a:t>Historically this has been Brownian Motion via a Wiener Process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dirty="0"/>
                  <a:t>We Define the Wiener Process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AU" dirty="0"/>
                  <a:t> by: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AU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AU" dirty="0"/>
                  <a:t> is almost surely continuous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AU" dirty="0"/>
                  <a:t> has independent increments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AU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AU" b="1" i="1" smtClean="0">
                        <a:latin typeface="Cambria Math" panose="02040503050406030204" pitchFamily="18" charset="0"/>
                      </a:rPr>
                      <m:t> ~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𝓝</m:t>
                    </m:r>
                    <m:d>
                      <m:d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AU" b="1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𝒇𝒐𝒓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dirty="0"/>
                  <a:t>Can Add in Scaling Factors to Achieve the Langevin form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AU" b="1" i="1" smtClean="0">
                        <a:latin typeface="Cambria Math" panose="02040503050406030204" pitchFamily="18" charset="0"/>
                      </a:rPr>
                      <m:t>𝒎</m:t>
                    </m:r>
                    <m:f>
                      <m:f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𝒅𝒗</m:t>
                        </m:r>
                      </m:num>
                      <m:den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en-AU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dirty="0"/>
                  <a:t>Making this a Stochastic Differential Equation (SDE)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0EDC326-7BCC-4A7F-0BEE-112F1E8651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6384600" y="979200"/>
                <a:ext cx="5112000" cy="4884587"/>
              </a:xfrm>
              <a:blipFill>
                <a:blip r:embed="rId2"/>
                <a:stretch>
                  <a:fillRect t="-624" b="-8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F44C72BD-45BF-AB06-AFB4-EF02341A3BB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695326" y="6526800"/>
            <a:ext cx="3360109" cy="108000"/>
          </a:xfrm>
        </p:spPr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39330-8721-032F-ABD4-FF3DC02A862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8</a:t>
            </a:fld>
            <a:endParaRPr lang="en-AU" sz="700"/>
          </a:p>
        </p:txBody>
      </p:sp>
      <p:pic>
        <p:nvPicPr>
          <p:cNvPr id="9" name="Picture Placeholder 8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7B370AE1-0FAB-91DC-5626-B3CC6861B155}"/>
              </a:ext>
            </a:extLst>
          </p:cNvPr>
          <p:cNvPicPr>
            <a:picLocks noGrp="1" noChangeAspect="1"/>
          </p:cNvPicPr>
          <p:nvPr>
            <p:ph sz="quarter" idx="23"/>
          </p:nvPr>
        </p:nvPicPr>
        <p:blipFill>
          <a:blip r:embed="rId3"/>
          <a:stretch>
            <a:fillRect/>
          </a:stretch>
        </p:blipFill>
        <p:spPr>
          <a:xfrm>
            <a:off x="695324" y="2281091"/>
            <a:ext cx="5197808" cy="3465205"/>
          </a:xfr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6F02AD4-7C65-10A0-81EF-D827497F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79200"/>
            <a:ext cx="5208588" cy="469056"/>
          </a:xfrm>
        </p:spPr>
        <p:txBody>
          <a:bodyPr anchor="t">
            <a:normAutofit/>
          </a:bodyPr>
          <a:lstStyle/>
          <a:p>
            <a:r>
              <a:rPr lang="en-AU" sz="3200"/>
              <a:t>Brownian Motion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BF1B59-11E3-930A-2AD7-261A328290F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95324" y="1552568"/>
            <a:ext cx="5208587" cy="506132"/>
          </a:xfrm>
        </p:spPr>
        <p:txBody>
          <a:bodyPr>
            <a:normAutofit/>
          </a:bodyPr>
          <a:lstStyle/>
          <a:p>
            <a:r>
              <a:rPr lang="en-AU" dirty="0"/>
              <a:t>Simplest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B1A99A-BB75-6D60-EA30-539BFB052E6E}"/>
              </a:ext>
            </a:extLst>
          </p:cNvPr>
          <p:cNvSpPr txBox="1"/>
          <p:nvPr/>
        </p:nvSpPr>
        <p:spPr>
          <a:xfrm>
            <a:off x="911423" y="5743437"/>
            <a:ext cx="4992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00" i="1" dirty="0"/>
              <a:t>Figure 2: Brownian Motion sampling from N(0, t) over 10 seconds</a:t>
            </a:r>
          </a:p>
        </p:txBody>
      </p:sp>
    </p:spTree>
    <p:extLst>
      <p:ext uri="{BB962C8B-B14F-4D97-AF65-F5344CB8AC3E}">
        <p14:creationId xmlns:p14="http://schemas.microsoft.com/office/powerpoint/2010/main" val="21435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diagram of orange lines&#10;&#10;Description automatically generated with medium confidence">
            <a:extLst>
              <a:ext uri="{FF2B5EF4-FFF2-40B4-BE49-F238E27FC236}">
                <a16:creationId xmlns:a16="http://schemas.microsoft.com/office/drawing/2014/main" id="{710935D5-A9C0-516A-5DA1-469CC982F16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419622" y="1449388"/>
            <a:ext cx="8128793" cy="464502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F42899B-72D6-7A3D-77E5-B69073804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Maximum Likelihood Estimation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C6E5F-408D-3BA4-E63B-00EC9C8B06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5F484-08E1-7479-D5AF-108017A1A0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9</a:t>
            </a:fld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01EF6C-EE7C-BC64-27E3-DE7E72F44FA9}"/>
              </a:ext>
            </a:extLst>
          </p:cNvPr>
          <p:cNvSpPr txBox="1"/>
          <p:nvPr/>
        </p:nvSpPr>
        <p:spPr>
          <a:xfrm>
            <a:off x="263352" y="5880469"/>
            <a:ext cx="110892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Figure 3: Phylogenetic Tree reconstruction of 35 macroform marsupial species</a:t>
            </a:r>
            <a:endParaRPr lang="en-AU" sz="800" dirty="0"/>
          </a:p>
        </p:txBody>
      </p:sp>
    </p:spTree>
    <p:extLst>
      <p:ext uri="{BB962C8B-B14F-4D97-AF65-F5344CB8AC3E}">
        <p14:creationId xmlns:p14="http://schemas.microsoft.com/office/powerpoint/2010/main" val="2699610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212A69FA-ED78-890A-E3D1-2CEDA8374A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6" y="6526800"/>
            <a:ext cx="3360109" cy="1080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24E07-F817-8BE4-DDEB-9DB8AE101FD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10</a:t>
            </a:fld>
            <a:endParaRPr lang="en-AU" sz="70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7E7BA24-E139-8637-75C3-57E193FCEF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5040000" cy="39564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Diffusion Bridges Allow us to extend our SDE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Diffusion Bridge is an SDE where the value (v) at a time T is known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Given this there are a set number of solutions to the SDE and we can sample from the list of viable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our phylogeny: given two known tip values, we can Simulate BM over the branches between them (T) to our known value (v)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continue this process down the tree leading to our first 2 figures</a:t>
            </a: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F9610EC7-F72E-75B1-F091-08A4F9AAD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 dirty="0"/>
              <a:t>Bridging the Gap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6A13694D-99A6-E16A-C1A6-3D6F0CC30E2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95325" y="1364400"/>
            <a:ext cx="9576000" cy="506132"/>
          </a:xfrm>
        </p:spPr>
        <p:txBody>
          <a:bodyPr/>
          <a:lstStyle/>
          <a:p>
            <a:r>
              <a:rPr lang="en-US" dirty="0"/>
              <a:t>Start with the knowns</a:t>
            </a:r>
          </a:p>
        </p:txBody>
      </p:sp>
      <p:pic>
        <p:nvPicPr>
          <p:cNvPr id="7" name="Content Placeholder 6" descr="A graph of a tree depth&#10;&#10;Description automatically generated">
            <a:extLst>
              <a:ext uri="{FF2B5EF4-FFF2-40B4-BE49-F238E27FC236}">
                <a16:creationId xmlns:a16="http://schemas.microsoft.com/office/drawing/2014/main" id="{6BAA9862-DD37-1704-41F7-81D4E849A9EE}"/>
              </a:ext>
            </a:extLst>
          </p:cNvPr>
          <p:cNvPicPr>
            <a:picLocks noGrp="1" noChangeAspect="1"/>
          </p:cNvPicPr>
          <p:nvPr>
            <p:ph sz="quarter" idx="32"/>
          </p:nvPr>
        </p:nvPicPr>
        <p:blipFill>
          <a:blip r:embed="rId2"/>
          <a:stretch>
            <a:fillRect/>
          </a:stretch>
        </p:blipFill>
        <p:spPr>
          <a:xfrm>
            <a:off x="6559888" y="854649"/>
            <a:ext cx="3527253" cy="2351502"/>
          </a:xfrm>
        </p:spPr>
      </p:pic>
      <p:pic>
        <p:nvPicPr>
          <p:cNvPr id="9" name="Picture 8" descr="A graph of a graph&#10;&#10;Description automatically generated">
            <a:extLst>
              <a:ext uri="{FF2B5EF4-FFF2-40B4-BE49-F238E27FC236}">
                <a16:creationId xmlns:a16="http://schemas.microsoft.com/office/drawing/2014/main" id="{DDE90736-3A54-C926-AD3E-A8A55BA03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925" y="3268519"/>
            <a:ext cx="3600400" cy="24002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01F6FD-8306-753C-936F-84B4EE7CA791}"/>
              </a:ext>
            </a:extLst>
          </p:cNvPr>
          <p:cNvSpPr txBox="1"/>
          <p:nvPr/>
        </p:nvSpPr>
        <p:spPr>
          <a:xfrm>
            <a:off x="6816080" y="5638016"/>
            <a:ext cx="3455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i="1" u="sng" dirty="0"/>
              <a:t>Figure 4</a:t>
            </a:r>
            <a:r>
              <a:rPr lang="en-US" sz="800" dirty="0"/>
              <a:t>: Brownian Bridge trait reconstruction between </a:t>
            </a:r>
            <a:r>
              <a:rPr lang="en-US" sz="800" dirty="0" err="1"/>
              <a:t>Dasyurus</a:t>
            </a:r>
            <a:r>
              <a:rPr lang="en-US" sz="800" dirty="0"/>
              <a:t> maculatus and </a:t>
            </a:r>
            <a:r>
              <a:rPr lang="en-US" sz="800" dirty="0" err="1"/>
              <a:t>Dasyurus</a:t>
            </a:r>
            <a:r>
              <a:rPr lang="en-US" sz="800" dirty="0"/>
              <a:t> </a:t>
            </a:r>
            <a:r>
              <a:rPr lang="en-US" sz="800" dirty="0" err="1"/>
              <a:t>viverrinus</a:t>
            </a:r>
            <a:r>
              <a:rPr lang="en-US" sz="800" dirty="0"/>
              <a:t>. </a:t>
            </a:r>
            <a:r>
              <a:rPr lang="en-US" sz="800" b="1" dirty="0"/>
              <a:t>A) </a:t>
            </a:r>
            <a:r>
              <a:rPr lang="en-US" sz="800" dirty="0"/>
              <a:t>contributing Brownian Bridges</a:t>
            </a:r>
          </a:p>
          <a:p>
            <a:pPr algn="ctr"/>
            <a:r>
              <a:rPr lang="en-US" sz="800" dirty="0"/>
              <a:t>to the ancestral trait value of the ancestor, red line indicates the time point of the ancestor </a:t>
            </a:r>
            <a:r>
              <a:rPr lang="en-US" sz="800" b="1" dirty="0"/>
              <a:t>B) </a:t>
            </a:r>
            <a:r>
              <a:rPr lang="en-US" sz="800" dirty="0"/>
              <a:t>kernel density estimates of the contributing</a:t>
            </a:r>
          </a:p>
          <a:p>
            <a:pPr algn="ctr"/>
            <a:r>
              <a:rPr lang="en-US" sz="800" dirty="0"/>
              <a:t>leaves to the resulting ancestral nodes, blue line corresponds to the density seen in figure </a:t>
            </a:r>
            <a:r>
              <a:rPr lang="en-US" sz="800" b="1" dirty="0"/>
              <a:t>A</a:t>
            </a:r>
            <a:endParaRPr lang="en-AU" sz="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C4F6BF-44FF-C266-9E16-D0A6E9A6FB4F}"/>
              </a:ext>
            </a:extLst>
          </p:cNvPr>
          <p:cNvSpPr txBox="1"/>
          <p:nvPr/>
        </p:nvSpPr>
        <p:spPr>
          <a:xfrm>
            <a:off x="6343826" y="872949"/>
            <a:ext cx="432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E80DBE-9086-39D4-2676-68F92E9ACA6D}"/>
              </a:ext>
            </a:extLst>
          </p:cNvPr>
          <p:cNvSpPr txBox="1"/>
          <p:nvPr/>
        </p:nvSpPr>
        <p:spPr>
          <a:xfrm>
            <a:off x="6434089" y="3409848"/>
            <a:ext cx="432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9772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7CF43B5-F299-D749-A219-EC1E22601B9F}" vid="{BEB91DF2-7C38-904D-BA66-E9BCAA0250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University of Queensland</Template>
  <TotalTime>2620</TotalTime>
  <Words>538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DM Sans</vt:lpstr>
      <vt:lpstr>Gotham Book</vt:lpstr>
      <vt:lpstr>Gotham Medium</vt:lpstr>
      <vt:lpstr>University of Queensland</vt:lpstr>
      <vt:lpstr>We’ll Cross That Bridge When We Get There:</vt:lpstr>
      <vt:lpstr>Who Am I?</vt:lpstr>
      <vt:lpstr>The Problem</vt:lpstr>
      <vt:lpstr>What is a Species?</vt:lpstr>
      <vt:lpstr>Trees </vt:lpstr>
      <vt:lpstr>The Problem</vt:lpstr>
      <vt:lpstr>Ancestral Character Reconstruction</vt:lpstr>
      <vt:lpstr>Brownian Motion</vt:lpstr>
      <vt:lpstr>Maximum Likelihood Estimation</vt:lpstr>
      <vt:lpstr>Bridging the Gap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for using this template</dc:title>
  <dc:creator>Katrina Shimmin-Clarke</dc:creator>
  <cp:lastModifiedBy>Rowan Elson-Green</cp:lastModifiedBy>
  <cp:revision>29</cp:revision>
  <dcterms:created xsi:type="dcterms:W3CDTF">2022-05-13T01:47:19Z</dcterms:created>
  <dcterms:modified xsi:type="dcterms:W3CDTF">2025-03-30T10:19:07Z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</Properties>
</file>