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handoutMasterIdLst>
    <p:handoutMasterId r:id="rId4"/>
  </p:handoutMasterIdLst>
  <p:sldIdLst>
    <p:sldId id="267" r:id="rId2"/>
  </p:sldIdLst>
  <p:sldSz cx="21383625" cy="30275213"/>
  <p:notesSz cx="6858000" cy="9144000"/>
  <p:defaultTextStyle>
    <a:defPPr>
      <a:defRPr lang="en-US"/>
    </a:defPPr>
    <a:lvl1pPr marL="0" algn="l" defTabSz="2479578" rtl="0" eaLnBrk="1" latinLnBrk="0" hangingPunct="1">
      <a:defRPr sz="4881" kern="1200">
        <a:solidFill>
          <a:schemeClr val="tx1"/>
        </a:solidFill>
        <a:latin typeface="+mn-lt"/>
        <a:ea typeface="+mn-ea"/>
        <a:cs typeface="+mn-cs"/>
      </a:defRPr>
    </a:lvl1pPr>
    <a:lvl2pPr marL="1239789" algn="l" defTabSz="2479578" rtl="0" eaLnBrk="1" latinLnBrk="0" hangingPunct="1">
      <a:defRPr sz="4881" kern="1200">
        <a:solidFill>
          <a:schemeClr val="tx1"/>
        </a:solidFill>
        <a:latin typeface="+mn-lt"/>
        <a:ea typeface="+mn-ea"/>
        <a:cs typeface="+mn-cs"/>
      </a:defRPr>
    </a:lvl2pPr>
    <a:lvl3pPr marL="2479578" algn="l" defTabSz="2479578" rtl="0" eaLnBrk="1" latinLnBrk="0" hangingPunct="1">
      <a:defRPr sz="4881" kern="1200">
        <a:solidFill>
          <a:schemeClr val="tx1"/>
        </a:solidFill>
        <a:latin typeface="+mn-lt"/>
        <a:ea typeface="+mn-ea"/>
        <a:cs typeface="+mn-cs"/>
      </a:defRPr>
    </a:lvl3pPr>
    <a:lvl4pPr marL="3719368" algn="l" defTabSz="2479578" rtl="0" eaLnBrk="1" latinLnBrk="0" hangingPunct="1">
      <a:defRPr sz="4881" kern="1200">
        <a:solidFill>
          <a:schemeClr val="tx1"/>
        </a:solidFill>
        <a:latin typeface="+mn-lt"/>
        <a:ea typeface="+mn-ea"/>
        <a:cs typeface="+mn-cs"/>
      </a:defRPr>
    </a:lvl4pPr>
    <a:lvl5pPr marL="4959157" algn="l" defTabSz="2479578" rtl="0" eaLnBrk="1" latinLnBrk="0" hangingPunct="1">
      <a:defRPr sz="4881" kern="1200">
        <a:solidFill>
          <a:schemeClr val="tx1"/>
        </a:solidFill>
        <a:latin typeface="+mn-lt"/>
        <a:ea typeface="+mn-ea"/>
        <a:cs typeface="+mn-cs"/>
      </a:defRPr>
    </a:lvl5pPr>
    <a:lvl6pPr marL="6198946" algn="l" defTabSz="2479578" rtl="0" eaLnBrk="1" latinLnBrk="0" hangingPunct="1">
      <a:defRPr sz="4881" kern="1200">
        <a:solidFill>
          <a:schemeClr val="tx1"/>
        </a:solidFill>
        <a:latin typeface="+mn-lt"/>
        <a:ea typeface="+mn-ea"/>
        <a:cs typeface="+mn-cs"/>
      </a:defRPr>
    </a:lvl6pPr>
    <a:lvl7pPr marL="7438735" algn="l" defTabSz="2479578" rtl="0" eaLnBrk="1" latinLnBrk="0" hangingPunct="1">
      <a:defRPr sz="4881" kern="1200">
        <a:solidFill>
          <a:schemeClr val="tx1"/>
        </a:solidFill>
        <a:latin typeface="+mn-lt"/>
        <a:ea typeface="+mn-ea"/>
        <a:cs typeface="+mn-cs"/>
      </a:defRPr>
    </a:lvl7pPr>
    <a:lvl8pPr marL="8678525" algn="l" defTabSz="2479578" rtl="0" eaLnBrk="1" latinLnBrk="0" hangingPunct="1">
      <a:defRPr sz="4881" kern="1200">
        <a:solidFill>
          <a:schemeClr val="tx1"/>
        </a:solidFill>
        <a:latin typeface="+mn-lt"/>
        <a:ea typeface="+mn-ea"/>
        <a:cs typeface="+mn-cs"/>
      </a:defRPr>
    </a:lvl8pPr>
    <a:lvl9pPr marL="9918314" algn="l" defTabSz="2479578" rtl="0" eaLnBrk="1" latinLnBrk="0" hangingPunct="1">
      <a:defRPr sz="4881"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ige" initials="P" lastIdx="1" clrIdx="0">
    <p:extLst>
      <p:ext uri="{19B8F6BF-5375-455C-9EA6-DF929625EA0E}">
        <p15:presenceInfo xmlns:p15="http://schemas.microsoft.com/office/powerpoint/2012/main" userId="Paig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247A"/>
    <a:srgbClr val="962A8B"/>
    <a:srgbClr val="E62645"/>
    <a:srgbClr val="2BA836"/>
    <a:srgbClr val="D9AC6D"/>
    <a:srgbClr val="EB602B"/>
    <a:srgbClr val="FBB800"/>
    <a:srgbClr val="4085C6"/>
    <a:srgbClr val="00A2C7"/>
    <a:srgbClr val="9994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5545" autoAdjust="0"/>
  </p:normalViewPr>
  <p:slideViewPr>
    <p:cSldViewPr showGuides="1">
      <p:cViewPr>
        <p:scale>
          <a:sx n="66" d="100"/>
          <a:sy n="66" d="100"/>
        </p:scale>
        <p:origin x="330" y="-6108"/>
      </p:cViewPr>
      <p:guideLst/>
    </p:cSldViewPr>
  </p:slideViewPr>
  <p:notesTextViewPr>
    <p:cViewPr>
      <p:scale>
        <a:sx n="1" d="1"/>
        <a:sy n="1" d="1"/>
      </p:scale>
      <p:origin x="0" y="0"/>
    </p:cViewPr>
  </p:notesTextViewPr>
  <p:notesViewPr>
    <p:cSldViewPr showGuides="1">
      <p:cViewPr varScale="1">
        <p:scale>
          <a:sx n="84" d="100"/>
          <a:sy n="84" d="100"/>
        </p:scale>
        <p:origin x="302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10" Type="http://schemas.microsoft.com/office/2016/11/relationships/changesInfo" Target="changesInfos/changesInfo1.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wan Elson-Green" userId="4d09e2b395e1b2c7" providerId="LiveId" clId="{0FDD3B76-75E2-4AA7-A11E-7D182B715C4F}"/>
    <pc:docChg chg="modSld">
      <pc:chgData name="Rowan Elson-Green" userId="4d09e2b395e1b2c7" providerId="LiveId" clId="{0FDD3B76-75E2-4AA7-A11E-7D182B715C4F}" dt="2025-10-30T22:25:05.150" v="4" actId="20577"/>
      <pc:docMkLst>
        <pc:docMk/>
      </pc:docMkLst>
      <pc:sldChg chg="modSp mod">
        <pc:chgData name="Rowan Elson-Green" userId="4d09e2b395e1b2c7" providerId="LiveId" clId="{0FDD3B76-75E2-4AA7-A11E-7D182B715C4F}" dt="2025-10-30T22:25:05.150" v="4" actId="20577"/>
        <pc:sldMkLst>
          <pc:docMk/>
          <pc:sldMk cId="4074152721" sldId="267"/>
        </pc:sldMkLst>
        <pc:spChg chg="mod">
          <ac:chgData name="Rowan Elson-Green" userId="4d09e2b395e1b2c7" providerId="LiveId" clId="{0FDD3B76-75E2-4AA7-A11E-7D182B715C4F}" dt="2025-10-30T22:25:05.150" v="4" actId="20577"/>
          <ac:spMkLst>
            <pc:docMk/>
            <pc:sldMk cId="4074152721" sldId="267"/>
            <ac:spMk id="69" creationId="{82E545D5-3740-02D9-11C9-89AF861B8E1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31/10/2025</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31/10/2025</a:t>
            </a:fld>
            <a:endParaRPr lang="en-AU"/>
          </a:p>
        </p:txBody>
      </p:sp>
      <p:sp>
        <p:nvSpPr>
          <p:cNvPr id="4" name="Slide Image Placeholder 3"/>
          <p:cNvSpPr>
            <a:spLocks noGrp="1" noRot="1" noChangeAspect="1"/>
          </p:cNvSpPr>
          <p:nvPr>
            <p:ph type="sldImg" idx="2"/>
          </p:nvPr>
        </p:nvSpPr>
        <p:spPr>
          <a:xfrm>
            <a:off x="2217738" y="685800"/>
            <a:ext cx="2422525"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notesStyle>
    <a:lvl1pPr marL="0" algn="l" defTabSz="2479578" rtl="0" eaLnBrk="1" latinLnBrk="0" hangingPunct="1">
      <a:defRPr sz="3254" kern="1200">
        <a:solidFill>
          <a:schemeClr val="tx1"/>
        </a:solidFill>
        <a:latin typeface="+mn-lt"/>
        <a:ea typeface="+mn-ea"/>
        <a:cs typeface="+mn-cs"/>
      </a:defRPr>
    </a:lvl1pPr>
    <a:lvl2pPr marL="1239789" algn="l" defTabSz="2479578" rtl="0" eaLnBrk="1" latinLnBrk="0" hangingPunct="1">
      <a:defRPr sz="3254" kern="1200">
        <a:solidFill>
          <a:schemeClr val="tx1"/>
        </a:solidFill>
        <a:latin typeface="+mn-lt"/>
        <a:ea typeface="+mn-ea"/>
        <a:cs typeface="+mn-cs"/>
      </a:defRPr>
    </a:lvl2pPr>
    <a:lvl3pPr marL="2479578" algn="l" defTabSz="2479578" rtl="0" eaLnBrk="1" latinLnBrk="0" hangingPunct="1">
      <a:defRPr sz="3254" kern="1200">
        <a:solidFill>
          <a:schemeClr val="tx1"/>
        </a:solidFill>
        <a:latin typeface="+mn-lt"/>
        <a:ea typeface="+mn-ea"/>
        <a:cs typeface="+mn-cs"/>
      </a:defRPr>
    </a:lvl3pPr>
    <a:lvl4pPr marL="3719368" algn="l" defTabSz="2479578" rtl="0" eaLnBrk="1" latinLnBrk="0" hangingPunct="1">
      <a:defRPr sz="3254" kern="1200">
        <a:solidFill>
          <a:schemeClr val="tx1"/>
        </a:solidFill>
        <a:latin typeface="+mn-lt"/>
        <a:ea typeface="+mn-ea"/>
        <a:cs typeface="+mn-cs"/>
      </a:defRPr>
    </a:lvl4pPr>
    <a:lvl5pPr marL="4959157" algn="l" defTabSz="2479578" rtl="0" eaLnBrk="1" latinLnBrk="0" hangingPunct="1">
      <a:defRPr sz="3254" kern="1200">
        <a:solidFill>
          <a:schemeClr val="tx1"/>
        </a:solidFill>
        <a:latin typeface="+mn-lt"/>
        <a:ea typeface="+mn-ea"/>
        <a:cs typeface="+mn-cs"/>
      </a:defRPr>
    </a:lvl5pPr>
    <a:lvl6pPr marL="6198946" algn="l" defTabSz="2479578" rtl="0" eaLnBrk="1" latinLnBrk="0" hangingPunct="1">
      <a:defRPr sz="3254" kern="1200">
        <a:solidFill>
          <a:schemeClr val="tx1"/>
        </a:solidFill>
        <a:latin typeface="+mn-lt"/>
        <a:ea typeface="+mn-ea"/>
        <a:cs typeface="+mn-cs"/>
      </a:defRPr>
    </a:lvl6pPr>
    <a:lvl7pPr marL="7438735" algn="l" defTabSz="2479578" rtl="0" eaLnBrk="1" latinLnBrk="0" hangingPunct="1">
      <a:defRPr sz="3254" kern="1200">
        <a:solidFill>
          <a:schemeClr val="tx1"/>
        </a:solidFill>
        <a:latin typeface="+mn-lt"/>
        <a:ea typeface="+mn-ea"/>
        <a:cs typeface="+mn-cs"/>
      </a:defRPr>
    </a:lvl7pPr>
    <a:lvl8pPr marL="8678525" algn="l" defTabSz="2479578" rtl="0" eaLnBrk="1" latinLnBrk="0" hangingPunct="1">
      <a:defRPr sz="3254" kern="1200">
        <a:solidFill>
          <a:schemeClr val="tx1"/>
        </a:solidFill>
        <a:latin typeface="+mn-lt"/>
        <a:ea typeface="+mn-ea"/>
        <a:cs typeface="+mn-cs"/>
      </a:defRPr>
    </a:lvl8pPr>
    <a:lvl9pPr marL="9918314" algn="l" defTabSz="2479578" rtl="0" eaLnBrk="1" latinLnBrk="0" hangingPunct="1">
      <a:defRPr sz="3254"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10692" y="4048125"/>
            <a:ext cx="20161746" cy="23258463"/>
          </a:xfrm>
          <a:prstGeom prst="rect">
            <a:avLst/>
          </a:prstGeom>
        </p:spPr>
        <p:txBody>
          <a:bodyPr>
            <a:normAutofit/>
          </a:bodyPr>
          <a:lstStyle>
            <a:lvl1pPr>
              <a:lnSpc>
                <a:spcPct val="100000"/>
              </a:lnSpc>
              <a:spcBef>
                <a:spcPts val="100"/>
              </a:spcBef>
              <a:defRPr lang="en-US" dirty="0"/>
            </a:lvl1pPr>
            <a:lvl2pPr>
              <a:lnSpc>
                <a:spcPct val="100000"/>
              </a:lnSpc>
              <a:spcBef>
                <a:spcPts val="100"/>
              </a:spcBef>
              <a:defRPr lang="en-US" dirty="0"/>
            </a:lvl2pPr>
            <a:lvl3pPr>
              <a:lnSpc>
                <a:spcPct val="100000"/>
              </a:lnSpc>
              <a:spcBef>
                <a:spcPts val="100"/>
              </a:spcBef>
              <a:defRPr lang="en-US"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 level</a:t>
            </a:r>
          </a:p>
          <a:p>
            <a:pPr lvl="8"/>
            <a:r>
              <a:rPr lang="en-US" dirty="0"/>
              <a:t>Ninth level</a:t>
            </a:r>
          </a:p>
        </p:txBody>
      </p:sp>
      <p:sp>
        <p:nvSpPr>
          <p:cNvPr id="18" name="Text Placeholder 15">
            <a:extLst>
              <a:ext uri="{FF2B5EF4-FFF2-40B4-BE49-F238E27FC236}">
                <a16:creationId xmlns:a16="http://schemas.microsoft.com/office/drawing/2014/main" id="{38D4DD99-3B01-4082-8203-F8BD7D3A2F57}"/>
              </a:ext>
            </a:extLst>
          </p:cNvPr>
          <p:cNvSpPr>
            <a:spLocks noGrp="1"/>
          </p:cNvSpPr>
          <p:nvPr>
            <p:ph type="body" sz="quarter" idx="19" hasCustomPrompt="1"/>
          </p:nvPr>
        </p:nvSpPr>
        <p:spPr>
          <a:xfrm>
            <a:off x="610692" y="2699272"/>
            <a:ext cx="20019160" cy="276999"/>
          </a:xfrm>
        </p:spPr>
        <p:txBody>
          <a:bodyPr>
            <a:spAutoFit/>
          </a:bodyPr>
          <a:lstStyle>
            <a:lvl1pPr algn="l" rtl="0">
              <a:lnSpc>
                <a:spcPct val="100000"/>
              </a:lnSpc>
              <a:spcBef>
                <a:spcPts val="300"/>
              </a:spcBef>
              <a:spcAft>
                <a:spcPts val="300"/>
              </a:spcAft>
              <a:defRPr lang="en-US" sz="1800" b="0" i="0" baseline="0" dirty="0">
                <a:solidFill>
                  <a:srgbClr val="999490"/>
                </a:solidFill>
              </a:defRPr>
            </a:lvl1pPr>
          </a:lstStyle>
          <a:p>
            <a:pPr rtl="0"/>
            <a:r>
              <a:rPr lang="en-AU" dirty="0"/>
              <a:t>[References]</a:t>
            </a:r>
            <a:endParaRPr lang="en-US" dirty="0"/>
          </a:p>
        </p:txBody>
      </p:sp>
      <p:sp>
        <p:nvSpPr>
          <p:cNvPr id="27" name="Footer Placeholder 26">
            <a:extLst>
              <a:ext uri="{FF2B5EF4-FFF2-40B4-BE49-F238E27FC236}">
                <a16:creationId xmlns:a16="http://schemas.microsoft.com/office/drawing/2014/main" id="{30DFACA1-739E-41C2-ADCF-3BBD882809BB}"/>
              </a:ext>
            </a:extLst>
          </p:cNvPr>
          <p:cNvSpPr>
            <a:spLocks noGrp="1"/>
          </p:cNvSpPr>
          <p:nvPr>
            <p:ph type="ftr" sz="quarter" idx="21"/>
          </p:nvPr>
        </p:nvSpPr>
        <p:spPr/>
        <p:txBody>
          <a:bodyPr/>
          <a:lstStyle/>
          <a:p>
            <a:r>
              <a:rPr lang="en-AU"/>
              <a:t>CRICOS Provider Number 00025B</a:t>
            </a:r>
            <a:endParaRPr lang="en-AU" dirty="0"/>
          </a:p>
        </p:txBody>
      </p:sp>
      <p:sp>
        <p:nvSpPr>
          <p:cNvPr id="2" name="Title 1">
            <a:extLst>
              <a:ext uri="{FF2B5EF4-FFF2-40B4-BE49-F238E27FC236}">
                <a16:creationId xmlns:a16="http://schemas.microsoft.com/office/drawing/2014/main" id="{E71B3F32-96A2-4679-84A4-F12397FCFF02}"/>
              </a:ext>
            </a:extLst>
          </p:cNvPr>
          <p:cNvSpPr>
            <a:spLocks noGrp="1"/>
          </p:cNvSpPr>
          <p:nvPr>
            <p:ph type="title"/>
          </p:nvPr>
        </p:nvSpPr>
        <p:spPr/>
        <p:txBody>
          <a:bodyPr/>
          <a:lstStyle/>
          <a:p>
            <a:r>
              <a:rPr lang="en-US"/>
              <a:t>Click to edit Master title style</a:t>
            </a:r>
            <a:endParaRPr lang="en-AU"/>
          </a:p>
        </p:txBody>
      </p:sp>
      <p:sp>
        <p:nvSpPr>
          <p:cNvPr id="11" name="Text Placeholder 15">
            <a:extLst>
              <a:ext uri="{FF2B5EF4-FFF2-40B4-BE49-F238E27FC236}">
                <a16:creationId xmlns:a16="http://schemas.microsoft.com/office/drawing/2014/main" id="{A10BA14E-C836-42CB-8468-CD4BE60EA406}"/>
              </a:ext>
            </a:extLst>
          </p:cNvPr>
          <p:cNvSpPr>
            <a:spLocks noGrp="1"/>
          </p:cNvSpPr>
          <p:nvPr>
            <p:ph type="body" sz="quarter" idx="20" hasCustomPrompt="1"/>
          </p:nvPr>
        </p:nvSpPr>
        <p:spPr>
          <a:xfrm>
            <a:off x="610692" y="2104159"/>
            <a:ext cx="20161746" cy="430887"/>
          </a:xfrm>
        </p:spPr>
        <p:txBody>
          <a:bodyPr anchor="t">
            <a:spAutoFit/>
          </a:bodyPr>
          <a:lstStyle>
            <a:lvl1pPr algn="l">
              <a:lnSpc>
                <a:spcPct val="100000"/>
              </a:lnSpc>
              <a:spcBef>
                <a:spcPts val="0"/>
              </a:spcBef>
              <a:spcAft>
                <a:spcPts val="0"/>
              </a:spcAft>
              <a:defRPr sz="2800" b="1">
                <a:solidFill>
                  <a:schemeClr val="tx1"/>
                </a:solidFill>
              </a:defRPr>
            </a:lvl1pPr>
          </a:lstStyle>
          <a:p>
            <a:pPr lvl="0"/>
            <a:r>
              <a:rPr lang="en-AU" dirty="0"/>
              <a:t>[Subtitle]</a:t>
            </a:r>
          </a:p>
        </p:txBody>
      </p:sp>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1 Poster Grey">
    <p:spTree>
      <p:nvGrpSpPr>
        <p:cNvPr id="1" name=""/>
        <p:cNvGrpSpPr/>
        <p:nvPr/>
      </p:nvGrpSpPr>
      <p:grpSpPr>
        <a:xfrm>
          <a:off x="0" y="0"/>
          <a:ext cx="0" cy="0"/>
          <a:chOff x="0" y="0"/>
          <a:chExt cx="0" cy="0"/>
        </a:xfrm>
      </p:grpSpPr>
      <p:sp>
        <p:nvSpPr>
          <p:cNvPr id="32" name="Text Placeholder 3">
            <a:extLst>
              <a:ext uri="{FF2B5EF4-FFF2-40B4-BE49-F238E27FC236}">
                <a16:creationId xmlns:a16="http://schemas.microsoft.com/office/drawing/2014/main" id="{301FA84E-7DF2-4E36-ACA2-E9547243170B}"/>
              </a:ext>
            </a:extLst>
          </p:cNvPr>
          <p:cNvSpPr>
            <a:spLocks noGrp="1"/>
          </p:cNvSpPr>
          <p:nvPr>
            <p:ph type="body" sz="quarter" idx="40" hasCustomPrompt="1"/>
          </p:nvPr>
        </p:nvSpPr>
        <p:spPr>
          <a:xfrm>
            <a:off x="7548520" y="25897817"/>
            <a:ext cx="6299200" cy="1368151"/>
          </a:xfrm>
          <a:noFill/>
        </p:spPr>
        <p:txBody>
          <a:bodyPr lIns="0" tIns="0" rIns="0" bIns="0">
            <a:noAutofit/>
          </a:bodyPr>
          <a:lstStyle>
            <a:lvl1pPr>
              <a:defRPr sz="1700" b="0">
                <a:solidFill>
                  <a:schemeClr val="accent1"/>
                </a:solidFill>
              </a:defRPr>
            </a:lvl1pPr>
            <a:lvl2pPr marL="0" indent="0">
              <a:buNone/>
              <a:defRPr/>
            </a:lvl2pPr>
          </a:lstStyle>
          <a:p>
            <a:pPr lvl="0"/>
            <a:r>
              <a:rPr lang="en-US" dirty="0"/>
              <a:t>Figure 3: [Figure caption]</a:t>
            </a:r>
          </a:p>
        </p:txBody>
      </p:sp>
      <p:sp>
        <p:nvSpPr>
          <p:cNvPr id="30" name="Text Placeholder 3">
            <a:extLst>
              <a:ext uri="{FF2B5EF4-FFF2-40B4-BE49-F238E27FC236}">
                <a16:creationId xmlns:a16="http://schemas.microsoft.com/office/drawing/2014/main" id="{CDDF1199-EC6B-41AC-B99E-F83299E4E43C}"/>
              </a:ext>
            </a:extLst>
          </p:cNvPr>
          <p:cNvSpPr>
            <a:spLocks noGrp="1"/>
          </p:cNvSpPr>
          <p:nvPr>
            <p:ph type="body" sz="quarter" idx="38" hasCustomPrompt="1"/>
          </p:nvPr>
        </p:nvSpPr>
        <p:spPr>
          <a:xfrm>
            <a:off x="611188" y="16266431"/>
            <a:ext cx="6299200" cy="1560513"/>
          </a:xfrm>
          <a:noFill/>
        </p:spPr>
        <p:txBody>
          <a:bodyPr lIns="0" tIns="0" rIns="0" bIns="0">
            <a:noAutofit/>
          </a:bodyPr>
          <a:lstStyle>
            <a:lvl1pPr>
              <a:defRPr sz="1700" b="0">
                <a:solidFill>
                  <a:schemeClr val="accent1"/>
                </a:solidFill>
              </a:defRPr>
            </a:lvl1pPr>
            <a:lvl2pPr marL="0" indent="0">
              <a:buNone/>
              <a:defRPr/>
            </a:lvl2pPr>
          </a:lstStyle>
          <a:p>
            <a:pPr lvl="0"/>
            <a:r>
              <a:rPr lang="en-US" dirty="0"/>
              <a:t>Figure 1: [Figure caption]</a:t>
            </a:r>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hasCustomPrompt="1"/>
          </p:nvPr>
        </p:nvSpPr>
        <p:spPr>
          <a:xfrm>
            <a:off x="610692" y="18788222"/>
            <a:ext cx="6300000" cy="8477746"/>
          </a:xfrm>
          <a:prstGeom prst="rect">
            <a:avLst/>
          </a:prstGeom>
          <a:solidFill>
            <a:srgbClr val="EFEDEB"/>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8" name="Text Placeholder 15">
            <a:extLst>
              <a:ext uri="{FF2B5EF4-FFF2-40B4-BE49-F238E27FC236}">
                <a16:creationId xmlns:a16="http://schemas.microsoft.com/office/drawing/2014/main" id="{38D4DD99-3B01-4082-8203-F8BD7D3A2F57}"/>
              </a:ext>
            </a:extLst>
          </p:cNvPr>
          <p:cNvSpPr>
            <a:spLocks noGrp="1"/>
          </p:cNvSpPr>
          <p:nvPr>
            <p:ph type="body" sz="quarter" idx="19" hasCustomPrompt="1"/>
          </p:nvPr>
        </p:nvSpPr>
        <p:spPr>
          <a:xfrm>
            <a:off x="610692" y="2699272"/>
            <a:ext cx="20160000" cy="276999"/>
          </a:xfrm>
        </p:spPr>
        <p:txBody>
          <a:bodyPr>
            <a:spAutoFit/>
          </a:bodyPr>
          <a:lstStyle>
            <a:lvl1pPr algn="l" rtl="0">
              <a:lnSpc>
                <a:spcPct val="100000"/>
              </a:lnSpc>
              <a:spcBef>
                <a:spcPts val="300"/>
              </a:spcBef>
              <a:spcAft>
                <a:spcPts val="300"/>
              </a:spcAft>
              <a:defRPr lang="en-US" sz="1800" b="0" i="0" baseline="0" dirty="0">
                <a:solidFill>
                  <a:srgbClr val="999490"/>
                </a:solidFill>
              </a:defRPr>
            </a:lvl1pPr>
          </a:lstStyle>
          <a:p>
            <a:pPr rtl="0"/>
            <a:r>
              <a:rPr lang="en-AU" dirty="0"/>
              <a:t>[References]</a:t>
            </a:r>
            <a:endParaRPr lang="en-US" dirty="0"/>
          </a:p>
        </p:txBody>
      </p:sp>
      <p:sp>
        <p:nvSpPr>
          <p:cNvPr id="2" name="Title 1">
            <a:extLst>
              <a:ext uri="{FF2B5EF4-FFF2-40B4-BE49-F238E27FC236}">
                <a16:creationId xmlns:a16="http://schemas.microsoft.com/office/drawing/2014/main" id="{E71B3F32-96A2-4679-84A4-F12397FCFF02}"/>
              </a:ext>
            </a:extLst>
          </p:cNvPr>
          <p:cNvSpPr>
            <a:spLocks noGrp="1"/>
          </p:cNvSpPr>
          <p:nvPr>
            <p:ph type="title"/>
          </p:nvPr>
        </p:nvSpPr>
        <p:spPr>
          <a:xfrm>
            <a:off x="610692" y="539032"/>
            <a:ext cx="20160000" cy="707886"/>
          </a:xfrm>
        </p:spPr>
        <p:txBody>
          <a:bodyPr/>
          <a:lstStyle/>
          <a:p>
            <a:r>
              <a:rPr lang="en-US"/>
              <a:t>Click to edit Master title style</a:t>
            </a:r>
            <a:endParaRPr lang="en-AU"/>
          </a:p>
        </p:txBody>
      </p:sp>
      <p:sp>
        <p:nvSpPr>
          <p:cNvPr id="11" name="Text Placeholder 15">
            <a:extLst>
              <a:ext uri="{FF2B5EF4-FFF2-40B4-BE49-F238E27FC236}">
                <a16:creationId xmlns:a16="http://schemas.microsoft.com/office/drawing/2014/main" id="{A10BA14E-C836-42CB-8468-CD4BE60EA406}"/>
              </a:ext>
            </a:extLst>
          </p:cNvPr>
          <p:cNvSpPr>
            <a:spLocks noGrp="1"/>
          </p:cNvSpPr>
          <p:nvPr>
            <p:ph type="body" sz="quarter" idx="20" hasCustomPrompt="1"/>
          </p:nvPr>
        </p:nvSpPr>
        <p:spPr>
          <a:xfrm>
            <a:off x="610692" y="2104159"/>
            <a:ext cx="20160000" cy="430887"/>
          </a:xfrm>
        </p:spPr>
        <p:txBody>
          <a:bodyPr anchor="t">
            <a:spAutoFit/>
          </a:bodyPr>
          <a:lstStyle>
            <a:lvl1pPr algn="l">
              <a:lnSpc>
                <a:spcPct val="100000"/>
              </a:lnSpc>
              <a:spcBef>
                <a:spcPts val="0"/>
              </a:spcBef>
              <a:spcAft>
                <a:spcPts val="0"/>
              </a:spcAft>
              <a:defRPr sz="2800" b="1">
                <a:solidFill>
                  <a:schemeClr val="tx1"/>
                </a:solidFill>
              </a:defRPr>
            </a:lvl1pPr>
          </a:lstStyle>
          <a:p>
            <a:pPr lvl="0"/>
            <a:r>
              <a:rPr lang="en-AU" dirty="0"/>
              <a:t>[Subtitle]</a:t>
            </a:r>
          </a:p>
        </p:txBody>
      </p:sp>
      <p:sp>
        <p:nvSpPr>
          <p:cNvPr id="4" name="Text Placeholder 3">
            <a:extLst>
              <a:ext uri="{FF2B5EF4-FFF2-40B4-BE49-F238E27FC236}">
                <a16:creationId xmlns:a16="http://schemas.microsoft.com/office/drawing/2014/main" id="{463BEAD4-D512-4292-B52C-BB5F9C1ACBE8}"/>
              </a:ext>
            </a:extLst>
          </p:cNvPr>
          <p:cNvSpPr>
            <a:spLocks noGrp="1"/>
          </p:cNvSpPr>
          <p:nvPr>
            <p:ph type="body" sz="quarter" idx="22" hasCustomPrompt="1"/>
          </p:nvPr>
        </p:nvSpPr>
        <p:spPr>
          <a:xfrm>
            <a:off x="611188" y="18240375"/>
            <a:ext cx="6299200" cy="547164"/>
          </a:xfrm>
          <a:solidFill>
            <a:srgbClr val="E6E3E0"/>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6" name="Picture Placeholder 5">
            <a:extLst>
              <a:ext uri="{FF2B5EF4-FFF2-40B4-BE49-F238E27FC236}">
                <a16:creationId xmlns:a16="http://schemas.microsoft.com/office/drawing/2014/main" id="{9B3572B5-A107-45E1-B8C4-724786A9B934}"/>
              </a:ext>
            </a:extLst>
          </p:cNvPr>
          <p:cNvSpPr>
            <a:spLocks noGrp="1"/>
          </p:cNvSpPr>
          <p:nvPr>
            <p:ph type="pic" sz="quarter" idx="24" hasCustomPrompt="1"/>
          </p:nvPr>
        </p:nvSpPr>
        <p:spPr>
          <a:xfrm>
            <a:off x="7548520" y="4048125"/>
            <a:ext cx="13221676" cy="8527628"/>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15" name="Content Placeholder 9">
            <a:extLst>
              <a:ext uri="{FF2B5EF4-FFF2-40B4-BE49-F238E27FC236}">
                <a16:creationId xmlns:a16="http://schemas.microsoft.com/office/drawing/2014/main" id="{917A8D9B-14C2-4EF9-B4A1-2B35C1B458CD}"/>
              </a:ext>
            </a:extLst>
          </p:cNvPr>
          <p:cNvSpPr>
            <a:spLocks noGrp="1"/>
          </p:cNvSpPr>
          <p:nvPr>
            <p:ph sz="quarter" idx="25" hasCustomPrompt="1"/>
          </p:nvPr>
        </p:nvSpPr>
        <p:spPr>
          <a:xfrm>
            <a:off x="610692" y="4631592"/>
            <a:ext cx="6300000" cy="5897502"/>
          </a:xfrm>
          <a:prstGeom prst="rect">
            <a:avLst/>
          </a:prstGeom>
          <a:solidFill>
            <a:srgbClr val="EFEDEB"/>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marL="270000" indent="0">
              <a:lnSpc>
                <a:spcPct val="100000"/>
              </a:lnSpc>
              <a:spcBef>
                <a:spcPts val="600"/>
              </a:spcBef>
              <a:tabLst/>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3">
            <a:extLst>
              <a:ext uri="{FF2B5EF4-FFF2-40B4-BE49-F238E27FC236}">
                <a16:creationId xmlns:a16="http://schemas.microsoft.com/office/drawing/2014/main" id="{12C23EDD-933E-499B-A2BA-6FE387C53BF6}"/>
              </a:ext>
            </a:extLst>
          </p:cNvPr>
          <p:cNvSpPr>
            <a:spLocks noGrp="1"/>
          </p:cNvSpPr>
          <p:nvPr>
            <p:ph type="body" sz="quarter" idx="26" hasCustomPrompt="1"/>
          </p:nvPr>
        </p:nvSpPr>
        <p:spPr>
          <a:xfrm>
            <a:off x="611188" y="4083745"/>
            <a:ext cx="6299200" cy="547164"/>
          </a:xfrm>
          <a:solidFill>
            <a:srgbClr val="E6E3E0"/>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17" name="Content Placeholder 9">
            <a:extLst>
              <a:ext uri="{FF2B5EF4-FFF2-40B4-BE49-F238E27FC236}">
                <a16:creationId xmlns:a16="http://schemas.microsoft.com/office/drawing/2014/main" id="{3F0996FF-D92C-4EA6-938C-E7F162ABD7E9}"/>
              </a:ext>
            </a:extLst>
          </p:cNvPr>
          <p:cNvSpPr>
            <a:spLocks noGrp="1"/>
          </p:cNvSpPr>
          <p:nvPr>
            <p:ph sz="quarter" idx="27" hasCustomPrompt="1"/>
          </p:nvPr>
        </p:nvSpPr>
        <p:spPr>
          <a:xfrm>
            <a:off x="7548520" y="16266431"/>
            <a:ext cx="6300000" cy="2363295"/>
          </a:xfrm>
          <a:prstGeom prst="rect">
            <a:avLst/>
          </a:prstGeom>
          <a:solidFill>
            <a:srgbClr val="EFEDEB"/>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3">
            <a:extLst>
              <a:ext uri="{FF2B5EF4-FFF2-40B4-BE49-F238E27FC236}">
                <a16:creationId xmlns:a16="http://schemas.microsoft.com/office/drawing/2014/main" id="{21BA83C2-8E32-4485-BCE0-1DEBBC6A39DF}"/>
              </a:ext>
            </a:extLst>
          </p:cNvPr>
          <p:cNvSpPr>
            <a:spLocks noGrp="1"/>
          </p:cNvSpPr>
          <p:nvPr>
            <p:ph type="body" sz="quarter" idx="28" hasCustomPrompt="1"/>
          </p:nvPr>
        </p:nvSpPr>
        <p:spPr>
          <a:xfrm>
            <a:off x="7548520" y="14547028"/>
            <a:ext cx="6300000" cy="547164"/>
          </a:xfrm>
          <a:solidFill>
            <a:srgbClr val="EFEDEB"/>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20" name="Text Placeholder 3">
            <a:extLst>
              <a:ext uri="{FF2B5EF4-FFF2-40B4-BE49-F238E27FC236}">
                <a16:creationId xmlns:a16="http://schemas.microsoft.com/office/drawing/2014/main" id="{68307EC0-D6C4-47F3-A40C-ACED0037F85D}"/>
              </a:ext>
            </a:extLst>
          </p:cNvPr>
          <p:cNvSpPr>
            <a:spLocks noGrp="1"/>
          </p:cNvSpPr>
          <p:nvPr>
            <p:ph type="body" sz="quarter" idx="29" hasCustomPrompt="1"/>
          </p:nvPr>
        </p:nvSpPr>
        <p:spPr>
          <a:xfrm>
            <a:off x="7548520" y="15109140"/>
            <a:ext cx="6300000" cy="1148184"/>
          </a:xfrm>
          <a:gradFill flip="none" rotWithShape="1">
            <a:gsLst>
              <a:gs pos="0">
                <a:schemeClr val="accent1"/>
              </a:gs>
              <a:gs pos="90000">
                <a:srgbClr val="7A2884"/>
              </a:gs>
              <a:gs pos="100000">
                <a:srgbClr val="962A8B"/>
              </a:gs>
            </a:gsLst>
            <a:lin ang="0" scaled="1"/>
            <a:tileRect/>
          </a:gradFill>
        </p:spPr>
        <p:txBody>
          <a:bodyPr lIns="270000" tIns="90000" rIns="270000" bIns="90000" anchor="ctr">
            <a:noAutofit/>
          </a:bodyPr>
          <a:lstStyle>
            <a:lvl1pPr marL="0" indent="0">
              <a:defRPr sz="2800" b="1">
                <a:solidFill>
                  <a:schemeClr val="bg1"/>
                </a:solidFill>
              </a:defRPr>
            </a:lvl1pPr>
            <a:lvl2pPr marL="0" indent="0">
              <a:buNone/>
              <a:defRPr/>
            </a:lvl2pPr>
          </a:lstStyle>
          <a:p>
            <a:pPr lvl="0"/>
            <a:r>
              <a:rPr lang="en-US" dirty="0"/>
              <a:t>[Feature text]</a:t>
            </a:r>
          </a:p>
        </p:txBody>
      </p:sp>
      <p:sp>
        <p:nvSpPr>
          <p:cNvPr id="21" name="Content Placeholder 9">
            <a:extLst>
              <a:ext uri="{FF2B5EF4-FFF2-40B4-BE49-F238E27FC236}">
                <a16:creationId xmlns:a16="http://schemas.microsoft.com/office/drawing/2014/main" id="{5052BB6F-902B-439C-9DB2-8A155C4F673D}"/>
              </a:ext>
            </a:extLst>
          </p:cNvPr>
          <p:cNvSpPr>
            <a:spLocks noGrp="1"/>
          </p:cNvSpPr>
          <p:nvPr>
            <p:ph sz="quarter" idx="30" hasCustomPrompt="1"/>
          </p:nvPr>
        </p:nvSpPr>
        <p:spPr>
          <a:xfrm>
            <a:off x="14472438" y="15695212"/>
            <a:ext cx="6300000" cy="4338938"/>
          </a:xfrm>
          <a:prstGeom prst="rect">
            <a:avLst/>
          </a:prstGeom>
          <a:solidFill>
            <a:srgbClr val="EFEDEB"/>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3">
            <a:extLst>
              <a:ext uri="{FF2B5EF4-FFF2-40B4-BE49-F238E27FC236}">
                <a16:creationId xmlns:a16="http://schemas.microsoft.com/office/drawing/2014/main" id="{3C574541-139E-4D0F-822B-366774B5BBE8}"/>
              </a:ext>
            </a:extLst>
          </p:cNvPr>
          <p:cNvSpPr>
            <a:spLocks noGrp="1"/>
          </p:cNvSpPr>
          <p:nvPr>
            <p:ph type="body" sz="quarter" idx="31" hasCustomPrompt="1"/>
          </p:nvPr>
        </p:nvSpPr>
        <p:spPr>
          <a:xfrm>
            <a:off x="14472438" y="14547028"/>
            <a:ext cx="6300000" cy="1148184"/>
          </a:xfrm>
          <a:gradFill flip="none" rotWithShape="1">
            <a:gsLst>
              <a:gs pos="0">
                <a:schemeClr val="accent1"/>
              </a:gs>
              <a:gs pos="90000">
                <a:srgbClr val="7A2884"/>
              </a:gs>
              <a:gs pos="100000">
                <a:srgbClr val="962A8B"/>
              </a:gs>
            </a:gsLst>
            <a:lin ang="0" scaled="1"/>
            <a:tileRect/>
          </a:gradFill>
        </p:spPr>
        <p:txBody>
          <a:bodyPr lIns="270000" tIns="90000" rIns="270000" bIns="90000" anchor="ctr">
            <a:noAutofit/>
          </a:bodyPr>
          <a:lstStyle>
            <a:lvl1pPr>
              <a:defRPr sz="2800" b="1">
                <a:solidFill>
                  <a:schemeClr val="bg1"/>
                </a:solidFill>
              </a:defRPr>
            </a:lvl1pPr>
            <a:lvl2pPr marL="0" indent="0">
              <a:buNone/>
              <a:defRPr/>
            </a:lvl2pPr>
          </a:lstStyle>
          <a:p>
            <a:pPr lvl="0"/>
            <a:r>
              <a:rPr lang="en-US" dirty="0"/>
              <a:t>[Feature text]</a:t>
            </a:r>
          </a:p>
        </p:txBody>
      </p:sp>
      <p:sp>
        <p:nvSpPr>
          <p:cNvPr id="23" name="Picture Placeholder 5">
            <a:extLst>
              <a:ext uri="{FF2B5EF4-FFF2-40B4-BE49-F238E27FC236}">
                <a16:creationId xmlns:a16="http://schemas.microsoft.com/office/drawing/2014/main" id="{84FBFEDF-8755-4CEB-AA17-B049ED246C14}"/>
              </a:ext>
            </a:extLst>
          </p:cNvPr>
          <p:cNvSpPr>
            <a:spLocks noGrp="1"/>
          </p:cNvSpPr>
          <p:nvPr>
            <p:ph type="pic" sz="quarter" idx="32" hasCustomPrompt="1"/>
          </p:nvPr>
        </p:nvSpPr>
        <p:spPr>
          <a:xfrm>
            <a:off x="610692" y="11038860"/>
            <a:ext cx="6300000" cy="5004000"/>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5" name="Picture Placeholder 5">
            <a:extLst>
              <a:ext uri="{FF2B5EF4-FFF2-40B4-BE49-F238E27FC236}">
                <a16:creationId xmlns:a16="http://schemas.microsoft.com/office/drawing/2014/main" id="{0693EAD1-462A-4ECC-9C4A-DDBEE428150D}"/>
              </a:ext>
            </a:extLst>
          </p:cNvPr>
          <p:cNvSpPr>
            <a:spLocks noGrp="1"/>
          </p:cNvSpPr>
          <p:nvPr>
            <p:ph type="pic" sz="quarter" idx="34" hasCustomPrompt="1"/>
          </p:nvPr>
        </p:nvSpPr>
        <p:spPr>
          <a:xfrm>
            <a:off x="7548520" y="19192260"/>
            <a:ext cx="6300000" cy="6458514"/>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8" name="Content Placeholder 9">
            <a:extLst>
              <a:ext uri="{FF2B5EF4-FFF2-40B4-BE49-F238E27FC236}">
                <a16:creationId xmlns:a16="http://schemas.microsoft.com/office/drawing/2014/main" id="{07222DC4-ED65-41BA-9AE9-3AB068E3D93C}"/>
              </a:ext>
            </a:extLst>
          </p:cNvPr>
          <p:cNvSpPr>
            <a:spLocks noGrp="1"/>
          </p:cNvSpPr>
          <p:nvPr>
            <p:ph sz="quarter" idx="36" hasCustomPrompt="1"/>
          </p:nvPr>
        </p:nvSpPr>
        <p:spPr>
          <a:xfrm>
            <a:off x="14472438" y="21226621"/>
            <a:ext cx="6300000" cy="6039347"/>
          </a:xfrm>
          <a:prstGeom prst="rect">
            <a:avLst/>
          </a:prstGeom>
          <a:solidFill>
            <a:srgbClr val="EFEDEB"/>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Text Placeholder 3">
            <a:extLst>
              <a:ext uri="{FF2B5EF4-FFF2-40B4-BE49-F238E27FC236}">
                <a16:creationId xmlns:a16="http://schemas.microsoft.com/office/drawing/2014/main" id="{73DB9632-6B58-4B85-BAF1-CD327B3366E1}"/>
              </a:ext>
            </a:extLst>
          </p:cNvPr>
          <p:cNvSpPr>
            <a:spLocks noGrp="1"/>
          </p:cNvSpPr>
          <p:nvPr>
            <p:ph type="body" sz="quarter" idx="37" hasCustomPrompt="1"/>
          </p:nvPr>
        </p:nvSpPr>
        <p:spPr>
          <a:xfrm>
            <a:off x="14472438" y="20678775"/>
            <a:ext cx="6300000" cy="547164"/>
          </a:xfrm>
          <a:solidFill>
            <a:srgbClr val="E6E3E0"/>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31" name="Text Placeholder 3">
            <a:extLst>
              <a:ext uri="{FF2B5EF4-FFF2-40B4-BE49-F238E27FC236}">
                <a16:creationId xmlns:a16="http://schemas.microsoft.com/office/drawing/2014/main" id="{14AE396D-A57C-4020-9B70-0FBF18BDC634}"/>
              </a:ext>
            </a:extLst>
          </p:cNvPr>
          <p:cNvSpPr>
            <a:spLocks noGrp="1"/>
          </p:cNvSpPr>
          <p:nvPr>
            <p:ph type="body" sz="quarter" idx="39" hasCustomPrompt="1"/>
          </p:nvPr>
        </p:nvSpPr>
        <p:spPr>
          <a:xfrm>
            <a:off x="7548520" y="12785005"/>
            <a:ext cx="13221676" cy="1560513"/>
          </a:xfrm>
          <a:noFill/>
        </p:spPr>
        <p:txBody>
          <a:bodyPr lIns="0" tIns="0" rIns="0" bIns="0">
            <a:noAutofit/>
          </a:bodyPr>
          <a:lstStyle>
            <a:lvl1pPr>
              <a:defRPr sz="1700" b="0">
                <a:solidFill>
                  <a:schemeClr val="accent1"/>
                </a:solidFill>
              </a:defRPr>
            </a:lvl1pPr>
            <a:lvl2pPr marL="0" indent="0">
              <a:buNone/>
              <a:defRPr/>
            </a:lvl2pPr>
          </a:lstStyle>
          <a:p>
            <a:pPr lvl="0"/>
            <a:r>
              <a:rPr lang="en-US" dirty="0"/>
              <a:t>Figure 2: [Figure caption]</a:t>
            </a:r>
          </a:p>
        </p:txBody>
      </p:sp>
      <p:sp>
        <p:nvSpPr>
          <p:cNvPr id="33" name="Text Placeholder 3">
            <a:extLst>
              <a:ext uri="{FF2B5EF4-FFF2-40B4-BE49-F238E27FC236}">
                <a16:creationId xmlns:a16="http://schemas.microsoft.com/office/drawing/2014/main" id="{9E64CD43-B309-4448-9788-BA1A319BC575}"/>
              </a:ext>
            </a:extLst>
          </p:cNvPr>
          <p:cNvSpPr>
            <a:spLocks noGrp="1"/>
          </p:cNvSpPr>
          <p:nvPr>
            <p:ph type="body" sz="quarter" idx="41" hasCustomPrompt="1"/>
          </p:nvPr>
        </p:nvSpPr>
        <p:spPr>
          <a:xfrm>
            <a:off x="7548520" y="28486644"/>
            <a:ext cx="6299200" cy="1124570"/>
          </a:xfrm>
          <a:noFill/>
        </p:spPr>
        <p:txBody>
          <a:bodyPr lIns="0" tIns="0" rIns="0" bIns="0">
            <a:noAutofit/>
          </a:bodyPr>
          <a:lstStyle>
            <a:lvl1pPr>
              <a:defRPr sz="1700" b="0">
                <a:solidFill>
                  <a:schemeClr val="tx1"/>
                </a:solidFill>
              </a:defRPr>
            </a:lvl1pPr>
            <a:lvl2pPr marL="0" indent="0">
              <a:buNone/>
              <a:defRPr/>
            </a:lvl2pPr>
          </a:lstStyle>
          <a:p>
            <a:pPr lvl="0"/>
            <a:r>
              <a:rPr lang="en-US" dirty="0"/>
              <a:t>[Acknowledgements text]</a:t>
            </a:r>
          </a:p>
        </p:txBody>
      </p:sp>
      <p:pic>
        <p:nvPicPr>
          <p:cNvPr id="9" name="Picture 8" descr="A close up of a sign&#10;&#10;Description automatically generated">
            <a:extLst>
              <a:ext uri="{FF2B5EF4-FFF2-40B4-BE49-F238E27FC236}">
                <a16:creationId xmlns:a16="http://schemas.microsoft.com/office/drawing/2014/main" id="{3D90DA2A-6AB0-45D9-9F7C-5E9490A5BA7A}"/>
              </a:ext>
            </a:extLst>
          </p:cNvPr>
          <p:cNvPicPr>
            <a:picLocks noChangeAspect="1"/>
          </p:cNvPicPr>
          <p:nvPr userDrawn="1"/>
        </p:nvPicPr>
        <p:blipFill>
          <a:blip r:embed="rId2"/>
          <a:stretch>
            <a:fillRect/>
          </a:stretch>
        </p:blipFill>
        <p:spPr>
          <a:xfrm>
            <a:off x="17425145" y="28213365"/>
            <a:ext cx="3379537" cy="1397849"/>
          </a:xfrm>
          <a:prstGeom prst="rect">
            <a:avLst/>
          </a:prstGeom>
        </p:spPr>
      </p:pic>
      <p:cxnSp>
        <p:nvCxnSpPr>
          <p:cNvPr id="40" name="Straight Connector 39">
            <a:extLst>
              <a:ext uri="{FF2B5EF4-FFF2-40B4-BE49-F238E27FC236}">
                <a16:creationId xmlns:a16="http://schemas.microsoft.com/office/drawing/2014/main" id="{E672035C-588A-49D3-997F-1214843DE1FF}"/>
              </a:ext>
            </a:extLst>
          </p:cNvPr>
          <p:cNvCxnSpPr/>
          <p:nvPr userDrawn="1"/>
        </p:nvCxnSpPr>
        <p:spPr>
          <a:xfrm>
            <a:off x="611188" y="29171546"/>
            <a:ext cx="6192192"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2" name="Text Placeholder 3">
            <a:extLst>
              <a:ext uri="{FF2B5EF4-FFF2-40B4-BE49-F238E27FC236}">
                <a16:creationId xmlns:a16="http://schemas.microsoft.com/office/drawing/2014/main" id="{BEC75044-FCFE-49F2-927B-D01CB1326B5D}"/>
              </a:ext>
            </a:extLst>
          </p:cNvPr>
          <p:cNvSpPr>
            <a:spLocks noGrp="1"/>
          </p:cNvSpPr>
          <p:nvPr>
            <p:ph type="body" sz="quarter" idx="43" hasCustomPrompt="1"/>
          </p:nvPr>
        </p:nvSpPr>
        <p:spPr>
          <a:xfrm>
            <a:off x="1041040" y="28174463"/>
            <a:ext cx="3185292"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a:t>f.surname@uq.edu.au</a:t>
            </a:r>
          </a:p>
        </p:txBody>
      </p:sp>
      <p:sp>
        <p:nvSpPr>
          <p:cNvPr id="43" name="Text Placeholder 3">
            <a:extLst>
              <a:ext uri="{FF2B5EF4-FFF2-40B4-BE49-F238E27FC236}">
                <a16:creationId xmlns:a16="http://schemas.microsoft.com/office/drawing/2014/main" id="{A3195BD1-2EFC-4056-B6F0-AF57BF3742F4}"/>
              </a:ext>
            </a:extLst>
          </p:cNvPr>
          <p:cNvSpPr>
            <a:spLocks noGrp="1"/>
          </p:cNvSpPr>
          <p:nvPr>
            <p:ph type="body" sz="quarter" idx="44" hasCustomPrompt="1"/>
          </p:nvPr>
        </p:nvSpPr>
        <p:spPr>
          <a:xfrm>
            <a:off x="1041040" y="28529194"/>
            <a:ext cx="3185292"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err="1"/>
              <a:t>Firstname</a:t>
            </a:r>
            <a:r>
              <a:rPr lang="en-US" dirty="0"/>
              <a:t> Surname</a:t>
            </a:r>
          </a:p>
        </p:txBody>
      </p:sp>
      <p:sp>
        <p:nvSpPr>
          <p:cNvPr id="44" name="Text Placeholder 3">
            <a:extLst>
              <a:ext uri="{FF2B5EF4-FFF2-40B4-BE49-F238E27FC236}">
                <a16:creationId xmlns:a16="http://schemas.microsoft.com/office/drawing/2014/main" id="{FA1686CA-6C92-4EA8-83CB-C754253E940D}"/>
              </a:ext>
            </a:extLst>
          </p:cNvPr>
          <p:cNvSpPr>
            <a:spLocks noGrp="1"/>
          </p:cNvSpPr>
          <p:nvPr>
            <p:ph type="body" sz="quarter" idx="45" hasCustomPrompt="1"/>
          </p:nvPr>
        </p:nvSpPr>
        <p:spPr>
          <a:xfrm>
            <a:off x="4744360" y="28174463"/>
            <a:ext cx="2635084"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a:t>@researcher</a:t>
            </a:r>
          </a:p>
        </p:txBody>
      </p:sp>
    </p:spTree>
    <p:extLst>
      <p:ext uri="{BB962C8B-B14F-4D97-AF65-F5344CB8AC3E}">
        <p14:creationId xmlns:p14="http://schemas.microsoft.com/office/powerpoint/2010/main" val="2442425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1 Poster Purp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EC20D61-9B56-477A-A693-C76A71C478EA}"/>
              </a:ext>
            </a:extLst>
          </p:cNvPr>
          <p:cNvSpPr/>
          <p:nvPr userDrawn="1"/>
        </p:nvSpPr>
        <p:spPr>
          <a:xfrm>
            <a:off x="106636" y="121840"/>
            <a:ext cx="21133364" cy="27540000"/>
          </a:xfrm>
          <a:prstGeom prst="rect">
            <a:avLst/>
          </a:prstGeom>
          <a:gradFill>
            <a:gsLst>
              <a:gs pos="0">
                <a:schemeClr val="accent1"/>
              </a:gs>
              <a:gs pos="90000">
                <a:srgbClr val="7A2884"/>
              </a:gs>
              <a:gs pos="100000">
                <a:srgbClr val="962A8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Content Placeholder 9">
            <a:extLst>
              <a:ext uri="{FF2B5EF4-FFF2-40B4-BE49-F238E27FC236}">
                <a16:creationId xmlns:a16="http://schemas.microsoft.com/office/drawing/2014/main" id="{DD4F6411-2BFC-4266-96ED-56A5ADBB7B78}"/>
              </a:ext>
            </a:extLst>
          </p:cNvPr>
          <p:cNvSpPr>
            <a:spLocks noGrp="1"/>
          </p:cNvSpPr>
          <p:nvPr>
            <p:ph sz="quarter" idx="46" hasCustomPrompt="1"/>
          </p:nvPr>
        </p:nvSpPr>
        <p:spPr>
          <a:xfrm>
            <a:off x="14482720" y="14547028"/>
            <a:ext cx="6300000" cy="5487122"/>
          </a:xfrm>
          <a:prstGeom prst="rect">
            <a:avLst/>
          </a:prstGeom>
          <a:solidFill>
            <a:schemeClr val="bg1"/>
          </a:solidFill>
        </p:spPr>
        <p:txBody>
          <a:bodyPr lIns="270000" tIns="1224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solidFill>
                  <a:srgbClr val="962A8B"/>
                </a:solidFill>
              </a:defRPr>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Text Placeholder 3">
            <a:extLst>
              <a:ext uri="{FF2B5EF4-FFF2-40B4-BE49-F238E27FC236}">
                <a16:creationId xmlns:a16="http://schemas.microsoft.com/office/drawing/2014/main" id="{301FA84E-7DF2-4E36-ACA2-E9547243170B}"/>
              </a:ext>
            </a:extLst>
          </p:cNvPr>
          <p:cNvSpPr>
            <a:spLocks noGrp="1"/>
          </p:cNvSpPr>
          <p:nvPr>
            <p:ph type="body" sz="quarter" idx="40" hasCustomPrompt="1"/>
          </p:nvPr>
        </p:nvSpPr>
        <p:spPr>
          <a:xfrm>
            <a:off x="7548520" y="25897817"/>
            <a:ext cx="6299200" cy="1368151"/>
          </a:xfrm>
          <a:noFill/>
        </p:spPr>
        <p:txBody>
          <a:bodyPr lIns="0" tIns="0" rIns="0" bIns="0">
            <a:noAutofit/>
          </a:bodyPr>
          <a:lstStyle>
            <a:lvl1pPr>
              <a:defRPr sz="1700" b="0">
                <a:solidFill>
                  <a:schemeClr val="bg1"/>
                </a:solidFill>
              </a:defRPr>
            </a:lvl1pPr>
            <a:lvl2pPr marL="0" indent="0">
              <a:buNone/>
              <a:defRPr/>
            </a:lvl2pPr>
          </a:lstStyle>
          <a:p>
            <a:pPr lvl="0"/>
            <a:r>
              <a:rPr lang="en-US" dirty="0"/>
              <a:t>Figure 3: [Figure caption]</a:t>
            </a:r>
          </a:p>
        </p:txBody>
      </p:sp>
      <p:sp>
        <p:nvSpPr>
          <p:cNvPr id="30" name="Text Placeholder 3">
            <a:extLst>
              <a:ext uri="{FF2B5EF4-FFF2-40B4-BE49-F238E27FC236}">
                <a16:creationId xmlns:a16="http://schemas.microsoft.com/office/drawing/2014/main" id="{CDDF1199-EC6B-41AC-B99E-F83299E4E43C}"/>
              </a:ext>
            </a:extLst>
          </p:cNvPr>
          <p:cNvSpPr>
            <a:spLocks noGrp="1"/>
          </p:cNvSpPr>
          <p:nvPr>
            <p:ph type="body" sz="quarter" idx="38" hasCustomPrompt="1"/>
          </p:nvPr>
        </p:nvSpPr>
        <p:spPr>
          <a:xfrm>
            <a:off x="611188" y="16266431"/>
            <a:ext cx="6299200" cy="1560513"/>
          </a:xfrm>
          <a:noFill/>
        </p:spPr>
        <p:txBody>
          <a:bodyPr lIns="0" tIns="0" rIns="0" bIns="0">
            <a:noAutofit/>
          </a:bodyPr>
          <a:lstStyle>
            <a:lvl1pPr>
              <a:defRPr sz="1700" b="0">
                <a:solidFill>
                  <a:schemeClr val="bg1"/>
                </a:solidFill>
              </a:defRPr>
            </a:lvl1pPr>
            <a:lvl2pPr marL="0" indent="0">
              <a:buNone/>
              <a:defRPr/>
            </a:lvl2pPr>
          </a:lstStyle>
          <a:p>
            <a:pPr lvl="0"/>
            <a:r>
              <a:rPr lang="en-US" dirty="0"/>
              <a:t>Figure 1: [Figure caption]</a:t>
            </a:r>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hasCustomPrompt="1"/>
          </p:nvPr>
        </p:nvSpPr>
        <p:spPr>
          <a:xfrm>
            <a:off x="610692" y="18788222"/>
            <a:ext cx="6300000" cy="8477746"/>
          </a:xfrm>
          <a:prstGeom prst="rect">
            <a:avLst/>
          </a:prstGeom>
          <a:solidFill>
            <a:schemeClr val="bg1"/>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solidFill>
                  <a:srgbClr val="962A8B"/>
                </a:solidFill>
              </a:defRPr>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8" name="Text Placeholder 15">
            <a:extLst>
              <a:ext uri="{FF2B5EF4-FFF2-40B4-BE49-F238E27FC236}">
                <a16:creationId xmlns:a16="http://schemas.microsoft.com/office/drawing/2014/main" id="{38D4DD99-3B01-4082-8203-F8BD7D3A2F57}"/>
              </a:ext>
            </a:extLst>
          </p:cNvPr>
          <p:cNvSpPr>
            <a:spLocks noGrp="1"/>
          </p:cNvSpPr>
          <p:nvPr>
            <p:ph type="body" sz="quarter" idx="19" hasCustomPrompt="1"/>
          </p:nvPr>
        </p:nvSpPr>
        <p:spPr>
          <a:xfrm>
            <a:off x="610692" y="2699272"/>
            <a:ext cx="20160000" cy="276999"/>
          </a:xfrm>
        </p:spPr>
        <p:txBody>
          <a:bodyPr>
            <a:spAutoFit/>
          </a:bodyPr>
          <a:lstStyle>
            <a:lvl1pPr algn="l" rtl="0">
              <a:lnSpc>
                <a:spcPct val="100000"/>
              </a:lnSpc>
              <a:spcBef>
                <a:spcPts val="300"/>
              </a:spcBef>
              <a:spcAft>
                <a:spcPts val="300"/>
              </a:spcAft>
              <a:defRPr lang="en-US" sz="1800" b="0" i="0" baseline="0" dirty="0">
                <a:solidFill>
                  <a:schemeClr val="bg1"/>
                </a:solidFill>
              </a:defRPr>
            </a:lvl1pPr>
          </a:lstStyle>
          <a:p>
            <a:pPr rtl="0"/>
            <a:r>
              <a:rPr lang="en-AU" dirty="0"/>
              <a:t>[References]</a:t>
            </a:r>
            <a:endParaRPr lang="en-US" dirty="0"/>
          </a:p>
        </p:txBody>
      </p:sp>
      <p:sp>
        <p:nvSpPr>
          <p:cNvPr id="2" name="Title 1">
            <a:extLst>
              <a:ext uri="{FF2B5EF4-FFF2-40B4-BE49-F238E27FC236}">
                <a16:creationId xmlns:a16="http://schemas.microsoft.com/office/drawing/2014/main" id="{E71B3F32-96A2-4679-84A4-F12397FCFF02}"/>
              </a:ext>
            </a:extLst>
          </p:cNvPr>
          <p:cNvSpPr>
            <a:spLocks noGrp="1"/>
          </p:cNvSpPr>
          <p:nvPr>
            <p:ph type="title"/>
          </p:nvPr>
        </p:nvSpPr>
        <p:spPr>
          <a:xfrm>
            <a:off x="610692" y="539032"/>
            <a:ext cx="20160000" cy="707886"/>
          </a:xfrm>
        </p:spPr>
        <p:txBody>
          <a:bodyPr/>
          <a:lstStyle>
            <a:lvl1pPr>
              <a:defRPr>
                <a:solidFill>
                  <a:schemeClr val="bg1"/>
                </a:solidFill>
              </a:defRPr>
            </a:lvl1pPr>
          </a:lstStyle>
          <a:p>
            <a:r>
              <a:rPr lang="en-US" dirty="0"/>
              <a:t>Click to edit Master title style</a:t>
            </a:r>
            <a:endParaRPr lang="en-AU" dirty="0"/>
          </a:p>
        </p:txBody>
      </p:sp>
      <p:sp>
        <p:nvSpPr>
          <p:cNvPr id="11" name="Text Placeholder 15">
            <a:extLst>
              <a:ext uri="{FF2B5EF4-FFF2-40B4-BE49-F238E27FC236}">
                <a16:creationId xmlns:a16="http://schemas.microsoft.com/office/drawing/2014/main" id="{A10BA14E-C836-42CB-8468-CD4BE60EA406}"/>
              </a:ext>
            </a:extLst>
          </p:cNvPr>
          <p:cNvSpPr>
            <a:spLocks noGrp="1"/>
          </p:cNvSpPr>
          <p:nvPr>
            <p:ph type="body" sz="quarter" idx="20" hasCustomPrompt="1"/>
          </p:nvPr>
        </p:nvSpPr>
        <p:spPr>
          <a:xfrm>
            <a:off x="610692" y="2104159"/>
            <a:ext cx="20160000" cy="430887"/>
          </a:xfrm>
        </p:spPr>
        <p:txBody>
          <a:bodyPr anchor="t">
            <a:spAutoFit/>
          </a:bodyPr>
          <a:lstStyle>
            <a:lvl1pPr algn="l">
              <a:lnSpc>
                <a:spcPct val="100000"/>
              </a:lnSpc>
              <a:spcBef>
                <a:spcPts val="0"/>
              </a:spcBef>
              <a:spcAft>
                <a:spcPts val="0"/>
              </a:spcAft>
              <a:defRPr sz="2800" b="1">
                <a:solidFill>
                  <a:schemeClr val="bg1"/>
                </a:solidFill>
              </a:defRPr>
            </a:lvl1pPr>
          </a:lstStyle>
          <a:p>
            <a:pPr lvl="0"/>
            <a:r>
              <a:rPr lang="en-AU" dirty="0"/>
              <a:t>[Subtitle]</a:t>
            </a:r>
          </a:p>
        </p:txBody>
      </p:sp>
      <p:sp>
        <p:nvSpPr>
          <p:cNvPr id="4" name="Text Placeholder 3">
            <a:extLst>
              <a:ext uri="{FF2B5EF4-FFF2-40B4-BE49-F238E27FC236}">
                <a16:creationId xmlns:a16="http://schemas.microsoft.com/office/drawing/2014/main" id="{463BEAD4-D512-4292-B52C-BB5F9C1ACBE8}"/>
              </a:ext>
            </a:extLst>
          </p:cNvPr>
          <p:cNvSpPr>
            <a:spLocks noGrp="1"/>
          </p:cNvSpPr>
          <p:nvPr>
            <p:ph type="body" sz="quarter" idx="22" hasCustomPrompt="1"/>
          </p:nvPr>
        </p:nvSpPr>
        <p:spPr>
          <a:xfrm>
            <a:off x="611188" y="18240375"/>
            <a:ext cx="6299200" cy="547164"/>
          </a:xfrm>
          <a:solidFill>
            <a:srgbClr val="E6E3E0"/>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6" name="Picture Placeholder 5">
            <a:extLst>
              <a:ext uri="{FF2B5EF4-FFF2-40B4-BE49-F238E27FC236}">
                <a16:creationId xmlns:a16="http://schemas.microsoft.com/office/drawing/2014/main" id="{9B3572B5-A107-45E1-B8C4-724786A9B934}"/>
              </a:ext>
            </a:extLst>
          </p:cNvPr>
          <p:cNvSpPr>
            <a:spLocks noGrp="1"/>
          </p:cNvSpPr>
          <p:nvPr>
            <p:ph type="pic" sz="quarter" idx="24" hasCustomPrompt="1"/>
          </p:nvPr>
        </p:nvSpPr>
        <p:spPr>
          <a:xfrm>
            <a:off x="7548520" y="4048125"/>
            <a:ext cx="13221676" cy="8527628"/>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15" name="Content Placeholder 9">
            <a:extLst>
              <a:ext uri="{FF2B5EF4-FFF2-40B4-BE49-F238E27FC236}">
                <a16:creationId xmlns:a16="http://schemas.microsoft.com/office/drawing/2014/main" id="{917A8D9B-14C2-4EF9-B4A1-2B35C1B458CD}"/>
              </a:ext>
            </a:extLst>
          </p:cNvPr>
          <p:cNvSpPr>
            <a:spLocks noGrp="1"/>
          </p:cNvSpPr>
          <p:nvPr>
            <p:ph sz="quarter" idx="25" hasCustomPrompt="1"/>
          </p:nvPr>
        </p:nvSpPr>
        <p:spPr>
          <a:xfrm>
            <a:off x="610692" y="4631592"/>
            <a:ext cx="6300000" cy="5897502"/>
          </a:xfrm>
          <a:prstGeom prst="rect">
            <a:avLst/>
          </a:prstGeom>
          <a:solidFill>
            <a:schemeClr val="bg1"/>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marL="270000" indent="0">
              <a:lnSpc>
                <a:spcPct val="100000"/>
              </a:lnSpc>
              <a:spcBef>
                <a:spcPts val="600"/>
              </a:spcBef>
              <a:tabLst/>
              <a:defRPr lang="en-US" dirty="0">
                <a:solidFill>
                  <a:srgbClr val="962A8B"/>
                </a:solidFill>
              </a:defRPr>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3">
            <a:extLst>
              <a:ext uri="{FF2B5EF4-FFF2-40B4-BE49-F238E27FC236}">
                <a16:creationId xmlns:a16="http://schemas.microsoft.com/office/drawing/2014/main" id="{12C23EDD-933E-499B-A2BA-6FE387C53BF6}"/>
              </a:ext>
            </a:extLst>
          </p:cNvPr>
          <p:cNvSpPr>
            <a:spLocks noGrp="1"/>
          </p:cNvSpPr>
          <p:nvPr>
            <p:ph type="body" sz="quarter" idx="26" hasCustomPrompt="1"/>
          </p:nvPr>
        </p:nvSpPr>
        <p:spPr>
          <a:xfrm>
            <a:off x="611188" y="4083745"/>
            <a:ext cx="6299200" cy="547164"/>
          </a:xfrm>
          <a:solidFill>
            <a:srgbClr val="E6E3E0"/>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17" name="Content Placeholder 9">
            <a:extLst>
              <a:ext uri="{FF2B5EF4-FFF2-40B4-BE49-F238E27FC236}">
                <a16:creationId xmlns:a16="http://schemas.microsoft.com/office/drawing/2014/main" id="{3F0996FF-D92C-4EA6-938C-E7F162ABD7E9}"/>
              </a:ext>
            </a:extLst>
          </p:cNvPr>
          <p:cNvSpPr>
            <a:spLocks noGrp="1"/>
          </p:cNvSpPr>
          <p:nvPr>
            <p:ph sz="quarter" idx="27" hasCustomPrompt="1"/>
          </p:nvPr>
        </p:nvSpPr>
        <p:spPr>
          <a:xfrm>
            <a:off x="7548520" y="15050413"/>
            <a:ext cx="6300000" cy="3579314"/>
          </a:xfrm>
          <a:prstGeom prst="rect">
            <a:avLst/>
          </a:prstGeom>
          <a:solidFill>
            <a:schemeClr val="bg1"/>
          </a:solidFill>
        </p:spPr>
        <p:txBody>
          <a:bodyPr lIns="270000" tIns="1224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solidFill>
                  <a:srgbClr val="962A8B"/>
                </a:solidFill>
              </a:defRPr>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3">
            <a:extLst>
              <a:ext uri="{FF2B5EF4-FFF2-40B4-BE49-F238E27FC236}">
                <a16:creationId xmlns:a16="http://schemas.microsoft.com/office/drawing/2014/main" id="{21BA83C2-8E32-4485-BCE0-1DEBBC6A39DF}"/>
              </a:ext>
            </a:extLst>
          </p:cNvPr>
          <p:cNvSpPr>
            <a:spLocks noGrp="1"/>
          </p:cNvSpPr>
          <p:nvPr>
            <p:ph type="body" sz="quarter" idx="28" hasCustomPrompt="1"/>
          </p:nvPr>
        </p:nvSpPr>
        <p:spPr>
          <a:xfrm>
            <a:off x="7548520" y="14547028"/>
            <a:ext cx="6300000" cy="547164"/>
          </a:xfrm>
          <a:solidFill>
            <a:srgbClr val="EFEDEB"/>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20" name="Text Placeholder 3">
            <a:extLst>
              <a:ext uri="{FF2B5EF4-FFF2-40B4-BE49-F238E27FC236}">
                <a16:creationId xmlns:a16="http://schemas.microsoft.com/office/drawing/2014/main" id="{68307EC0-D6C4-47F3-A40C-ACED0037F85D}"/>
              </a:ext>
            </a:extLst>
          </p:cNvPr>
          <p:cNvSpPr>
            <a:spLocks noGrp="1"/>
          </p:cNvSpPr>
          <p:nvPr>
            <p:ph type="body" sz="quarter" idx="29" hasCustomPrompt="1"/>
          </p:nvPr>
        </p:nvSpPr>
        <p:spPr>
          <a:xfrm>
            <a:off x="7674184" y="15196745"/>
            <a:ext cx="6048672" cy="997633"/>
          </a:xfrm>
          <a:solidFill>
            <a:srgbClr val="FBB800"/>
          </a:solidFill>
        </p:spPr>
        <p:txBody>
          <a:bodyPr lIns="144000" tIns="90000" rIns="144000" bIns="90000" anchor="ctr">
            <a:noAutofit/>
          </a:bodyPr>
          <a:lstStyle>
            <a:lvl1pPr marL="0" indent="0">
              <a:defRPr sz="2800" b="1">
                <a:solidFill>
                  <a:schemeClr val="accent1"/>
                </a:solidFill>
              </a:defRPr>
            </a:lvl1pPr>
            <a:lvl2pPr marL="0" indent="0">
              <a:buNone/>
              <a:defRPr/>
            </a:lvl2pPr>
          </a:lstStyle>
          <a:p>
            <a:pPr lvl="0"/>
            <a:r>
              <a:rPr lang="en-US" dirty="0"/>
              <a:t>[Feature text]</a:t>
            </a:r>
          </a:p>
        </p:txBody>
      </p:sp>
      <p:sp>
        <p:nvSpPr>
          <p:cNvPr id="23" name="Picture Placeholder 5">
            <a:extLst>
              <a:ext uri="{FF2B5EF4-FFF2-40B4-BE49-F238E27FC236}">
                <a16:creationId xmlns:a16="http://schemas.microsoft.com/office/drawing/2014/main" id="{84FBFEDF-8755-4CEB-AA17-B049ED246C14}"/>
              </a:ext>
            </a:extLst>
          </p:cNvPr>
          <p:cNvSpPr>
            <a:spLocks noGrp="1"/>
          </p:cNvSpPr>
          <p:nvPr>
            <p:ph type="pic" sz="quarter" idx="32" hasCustomPrompt="1"/>
          </p:nvPr>
        </p:nvSpPr>
        <p:spPr>
          <a:xfrm>
            <a:off x="610692" y="11038860"/>
            <a:ext cx="6300000" cy="5004000"/>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5" name="Picture Placeholder 5">
            <a:extLst>
              <a:ext uri="{FF2B5EF4-FFF2-40B4-BE49-F238E27FC236}">
                <a16:creationId xmlns:a16="http://schemas.microsoft.com/office/drawing/2014/main" id="{0693EAD1-462A-4ECC-9C4A-DDBEE428150D}"/>
              </a:ext>
            </a:extLst>
          </p:cNvPr>
          <p:cNvSpPr>
            <a:spLocks noGrp="1"/>
          </p:cNvSpPr>
          <p:nvPr>
            <p:ph type="pic" sz="quarter" idx="34" hasCustomPrompt="1"/>
          </p:nvPr>
        </p:nvSpPr>
        <p:spPr>
          <a:xfrm>
            <a:off x="7548520" y="19192260"/>
            <a:ext cx="6300000" cy="6458514"/>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8" name="Content Placeholder 9">
            <a:extLst>
              <a:ext uri="{FF2B5EF4-FFF2-40B4-BE49-F238E27FC236}">
                <a16:creationId xmlns:a16="http://schemas.microsoft.com/office/drawing/2014/main" id="{07222DC4-ED65-41BA-9AE9-3AB068E3D93C}"/>
              </a:ext>
            </a:extLst>
          </p:cNvPr>
          <p:cNvSpPr>
            <a:spLocks noGrp="1"/>
          </p:cNvSpPr>
          <p:nvPr>
            <p:ph sz="quarter" idx="36" hasCustomPrompt="1"/>
          </p:nvPr>
        </p:nvSpPr>
        <p:spPr>
          <a:xfrm>
            <a:off x="14472438" y="21226621"/>
            <a:ext cx="6300000" cy="6039347"/>
          </a:xfrm>
          <a:prstGeom prst="rect">
            <a:avLst/>
          </a:prstGeom>
          <a:solidFill>
            <a:schemeClr val="bg1"/>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solidFill>
                  <a:srgbClr val="962A8B"/>
                </a:solidFill>
              </a:defRPr>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Text Placeholder 3">
            <a:extLst>
              <a:ext uri="{FF2B5EF4-FFF2-40B4-BE49-F238E27FC236}">
                <a16:creationId xmlns:a16="http://schemas.microsoft.com/office/drawing/2014/main" id="{73DB9632-6B58-4B85-BAF1-CD327B3366E1}"/>
              </a:ext>
            </a:extLst>
          </p:cNvPr>
          <p:cNvSpPr>
            <a:spLocks noGrp="1"/>
          </p:cNvSpPr>
          <p:nvPr>
            <p:ph type="body" sz="quarter" idx="37" hasCustomPrompt="1"/>
          </p:nvPr>
        </p:nvSpPr>
        <p:spPr>
          <a:xfrm>
            <a:off x="14472438" y="20678775"/>
            <a:ext cx="6300000" cy="547164"/>
          </a:xfrm>
          <a:solidFill>
            <a:srgbClr val="E6E3E0"/>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31" name="Text Placeholder 3">
            <a:extLst>
              <a:ext uri="{FF2B5EF4-FFF2-40B4-BE49-F238E27FC236}">
                <a16:creationId xmlns:a16="http://schemas.microsoft.com/office/drawing/2014/main" id="{14AE396D-A57C-4020-9B70-0FBF18BDC634}"/>
              </a:ext>
            </a:extLst>
          </p:cNvPr>
          <p:cNvSpPr>
            <a:spLocks noGrp="1"/>
          </p:cNvSpPr>
          <p:nvPr>
            <p:ph type="body" sz="quarter" idx="39" hasCustomPrompt="1"/>
          </p:nvPr>
        </p:nvSpPr>
        <p:spPr>
          <a:xfrm>
            <a:off x="7548520" y="12785005"/>
            <a:ext cx="13221676" cy="1560513"/>
          </a:xfrm>
          <a:noFill/>
        </p:spPr>
        <p:txBody>
          <a:bodyPr lIns="0" tIns="0" rIns="0" bIns="0">
            <a:noAutofit/>
          </a:bodyPr>
          <a:lstStyle>
            <a:lvl1pPr>
              <a:defRPr sz="1700" b="0">
                <a:solidFill>
                  <a:schemeClr val="bg1"/>
                </a:solidFill>
              </a:defRPr>
            </a:lvl1pPr>
            <a:lvl2pPr marL="0" indent="0">
              <a:buNone/>
              <a:defRPr/>
            </a:lvl2pPr>
          </a:lstStyle>
          <a:p>
            <a:pPr lvl="0"/>
            <a:r>
              <a:rPr lang="en-US" dirty="0"/>
              <a:t>Figure 2: [Figure caption]</a:t>
            </a:r>
          </a:p>
        </p:txBody>
      </p:sp>
      <p:sp>
        <p:nvSpPr>
          <p:cNvPr id="33" name="Text Placeholder 3">
            <a:extLst>
              <a:ext uri="{FF2B5EF4-FFF2-40B4-BE49-F238E27FC236}">
                <a16:creationId xmlns:a16="http://schemas.microsoft.com/office/drawing/2014/main" id="{9E64CD43-B309-4448-9788-BA1A319BC575}"/>
              </a:ext>
            </a:extLst>
          </p:cNvPr>
          <p:cNvSpPr>
            <a:spLocks noGrp="1"/>
          </p:cNvSpPr>
          <p:nvPr>
            <p:ph type="body" sz="quarter" idx="41" hasCustomPrompt="1"/>
          </p:nvPr>
        </p:nvSpPr>
        <p:spPr>
          <a:xfrm>
            <a:off x="7548520" y="28486644"/>
            <a:ext cx="6299200" cy="1124570"/>
          </a:xfrm>
          <a:noFill/>
        </p:spPr>
        <p:txBody>
          <a:bodyPr lIns="0" tIns="0" rIns="0" bIns="0">
            <a:noAutofit/>
          </a:bodyPr>
          <a:lstStyle>
            <a:lvl1pPr>
              <a:defRPr sz="1700" b="0">
                <a:solidFill>
                  <a:schemeClr val="accent1"/>
                </a:solidFill>
              </a:defRPr>
            </a:lvl1pPr>
            <a:lvl2pPr marL="0" indent="0">
              <a:buNone/>
              <a:defRPr/>
            </a:lvl2pPr>
          </a:lstStyle>
          <a:p>
            <a:pPr lvl="0"/>
            <a:r>
              <a:rPr lang="en-US" dirty="0"/>
              <a:t>[Acknowledgements text]</a:t>
            </a:r>
          </a:p>
        </p:txBody>
      </p:sp>
      <p:pic>
        <p:nvPicPr>
          <p:cNvPr id="9" name="Picture 8" descr="A close up of a sign&#10;&#10;Description automatically generated">
            <a:extLst>
              <a:ext uri="{FF2B5EF4-FFF2-40B4-BE49-F238E27FC236}">
                <a16:creationId xmlns:a16="http://schemas.microsoft.com/office/drawing/2014/main" id="{3D90DA2A-6AB0-45D9-9F7C-5E9490A5BA7A}"/>
              </a:ext>
            </a:extLst>
          </p:cNvPr>
          <p:cNvPicPr>
            <a:picLocks noChangeAspect="1"/>
          </p:cNvPicPr>
          <p:nvPr userDrawn="1"/>
        </p:nvPicPr>
        <p:blipFill>
          <a:blip r:embed="rId2"/>
          <a:stretch>
            <a:fillRect/>
          </a:stretch>
        </p:blipFill>
        <p:spPr>
          <a:xfrm>
            <a:off x="17425145" y="28213365"/>
            <a:ext cx="3379537" cy="1397849"/>
          </a:xfrm>
          <a:prstGeom prst="rect">
            <a:avLst/>
          </a:prstGeom>
        </p:spPr>
      </p:pic>
      <p:cxnSp>
        <p:nvCxnSpPr>
          <p:cNvPr id="40" name="Straight Connector 39">
            <a:extLst>
              <a:ext uri="{FF2B5EF4-FFF2-40B4-BE49-F238E27FC236}">
                <a16:creationId xmlns:a16="http://schemas.microsoft.com/office/drawing/2014/main" id="{E672035C-588A-49D3-997F-1214843DE1FF}"/>
              </a:ext>
            </a:extLst>
          </p:cNvPr>
          <p:cNvCxnSpPr/>
          <p:nvPr userDrawn="1"/>
        </p:nvCxnSpPr>
        <p:spPr>
          <a:xfrm>
            <a:off x="611188" y="29171546"/>
            <a:ext cx="6192192"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2" name="Text Placeholder 3">
            <a:extLst>
              <a:ext uri="{FF2B5EF4-FFF2-40B4-BE49-F238E27FC236}">
                <a16:creationId xmlns:a16="http://schemas.microsoft.com/office/drawing/2014/main" id="{BEC75044-FCFE-49F2-927B-D01CB1326B5D}"/>
              </a:ext>
            </a:extLst>
          </p:cNvPr>
          <p:cNvSpPr>
            <a:spLocks noGrp="1"/>
          </p:cNvSpPr>
          <p:nvPr>
            <p:ph type="body" sz="quarter" idx="43" hasCustomPrompt="1"/>
          </p:nvPr>
        </p:nvSpPr>
        <p:spPr>
          <a:xfrm>
            <a:off x="1041040" y="28174463"/>
            <a:ext cx="3185292"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a:t>f.surname@uq.edu.au</a:t>
            </a:r>
          </a:p>
        </p:txBody>
      </p:sp>
      <p:sp>
        <p:nvSpPr>
          <p:cNvPr id="43" name="Text Placeholder 3">
            <a:extLst>
              <a:ext uri="{FF2B5EF4-FFF2-40B4-BE49-F238E27FC236}">
                <a16:creationId xmlns:a16="http://schemas.microsoft.com/office/drawing/2014/main" id="{A3195BD1-2EFC-4056-B6F0-AF57BF3742F4}"/>
              </a:ext>
            </a:extLst>
          </p:cNvPr>
          <p:cNvSpPr>
            <a:spLocks noGrp="1"/>
          </p:cNvSpPr>
          <p:nvPr>
            <p:ph type="body" sz="quarter" idx="44" hasCustomPrompt="1"/>
          </p:nvPr>
        </p:nvSpPr>
        <p:spPr>
          <a:xfrm>
            <a:off x="1041040" y="28529194"/>
            <a:ext cx="3185292"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err="1"/>
              <a:t>Firstname</a:t>
            </a:r>
            <a:r>
              <a:rPr lang="en-US" dirty="0"/>
              <a:t> Surname</a:t>
            </a:r>
          </a:p>
        </p:txBody>
      </p:sp>
      <p:sp>
        <p:nvSpPr>
          <p:cNvPr id="44" name="Text Placeholder 3">
            <a:extLst>
              <a:ext uri="{FF2B5EF4-FFF2-40B4-BE49-F238E27FC236}">
                <a16:creationId xmlns:a16="http://schemas.microsoft.com/office/drawing/2014/main" id="{FA1686CA-6C92-4EA8-83CB-C754253E940D}"/>
              </a:ext>
            </a:extLst>
          </p:cNvPr>
          <p:cNvSpPr>
            <a:spLocks noGrp="1"/>
          </p:cNvSpPr>
          <p:nvPr>
            <p:ph type="body" sz="quarter" idx="45" hasCustomPrompt="1"/>
          </p:nvPr>
        </p:nvSpPr>
        <p:spPr>
          <a:xfrm>
            <a:off x="4744360" y="28174463"/>
            <a:ext cx="2635084"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a:t>@researcher</a:t>
            </a:r>
          </a:p>
        </p:txBody>
      </p:sp>
      <p:sp>
        <p:nvSpPr>
          <p:cNvPr id="45" name="Text Placeholder 3">
            <a:extLst>
              <a:ext uri="{FF2B5EF4-FFF2-40B4-BE49-F238E27FC236}">
                <a16:creationId xmlns:a16="http://schemas.microsoft.com/office/drawing/2014/main" id="{2314C1D0-0D7F-4267-89B6-C3EBC1B35DBB}"/>
              </a:ext>
            </a:extLst>
          </p:cNvPr>
          <p:cNvSpPr>
            <a:spLocks noGrp="1"/>
          </p:cNvSpPr>
          <p:nvPr>
            <p:ph type="body" sz="quarter" idx="47" hasCustomPrompt="1"/>
          </p:nvPr>
        </p:nvSpPr>
        <p:spPr>
          <a:xfrm>
            <a:off x="14608384" y="14633550"/>
            <a:ext cx="6048672" cy="997633"/>
          </a:xfrm>
          <a:solidFill>
            <a:srgbClr val="FBB800"/>
          </a:solidFill>
        </p:spPr>
        <p:txBody>
          <a:bodyPr lIns="144000" tIns="90000" rIns="144000" bIns="90000" anchor="ctr">
            <a:noAutofit/>
          </a:bodyPr>
          <a:lstStyle>
            <a:lvl1pPr marL="0" indent="0">
              <a:defRPr sz="2800" b="1">
                <a:solidFill>
                  <a:schemeClr val="accent1"/>
                </a:solidFill>
              </a:defRPr>
            </a:lvl1pPr>
            <a:lvl2pPr marL="0" indent="0">
              <a:buNone/>
              <a:defRPr/>
            </a:lvl2pPr>
          </a:lstStyle>
          <a:p>
            <a:pPr lvl="0"/>
            <a:r>
              <a:rPr lang="en-US" dirty="0"/>
              <a:t>[Feature text]</a:t>
            </a:r>
          </a:p>
        </p:txBody>
      </p:sp>
    </p:spTree>
    <p:extLst>
      <p:ext uri="{BB962C8B-B14F-4D97-AF65-F5344CB8AC3E}">
        <p14:creationId xmlns:p14="http://schemas.microsoft.com/office/powerpoint/2010/main" val="3741357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1 Poster Purple Header">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21DF2155-5108-45DA-BEE8-D2E8E9E3F7E4}"/>
              </a:ext>
            </a:extLst>
          </p:cNvPr>
          <p:cNvSpPr/>
          <p:nvPr userDrawn="1"/>
        </p:nvSpPr>
        <p:spPr>
          <a:xfrm>
            <a:off x="106636" y="121840"/>
            <a:ext cx="21133364" cy="3746130"/>
          </a:xfrm>
          <a:prstGeom prst="rect">
            <a:avLst/>
          </a:prstGeom>
          <a:gradFill>
            <a:gsLst>
              <a:gs pos="0">
                <a:schemeClr val="accent1"/>
              </a:gs>
              <a:gs pos="85000">
                <a:srgbClr val="7A2884"/>
              </a:gs>
              <a:gs pos="100000">
                <a:srgbClr val="962A8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Text Placeholder 3">
            <a:extLst>
              <a:ext uri="{FF2B5EF4-FFF2-40B4-BE49-F238E27FC236}">
                <a16:creationId xmlns:a16="http://schemas.microsoft.com/office/drawing/2014/main" id="{301FA84E-7DF2-4E36-ACA2-E9547243170B}"/>
              </a:ext>
            </a:extLst>
          </p:cNvPr>
          <p:cNvSpPr>
            <a:spLocks noGrp="1"/>
          </p:cNvSpPr>
          <p:nvPr>
            <p:ph type="body" sz="quarter" idx="40" hasCustomPrompt="1"/>
          </p:nvPr>
        </p:nvSpPr>
        <p:spPr>
          <a:xfrm>
            <a:off x="7548520" y="25897817"/>
            <a:ext cx="6299200" cy="1368151"/>
          </a:xfrm>
          <a:noFill/>
        </p:spPr>
        <p:txBody>
          <a:bodyPr lIns="0" tIns="0" rIns="0" bIns="0">
            <a:noAutofit/>
          </a:bodyPr>
          <a:lstStyle>
            <a:lvl1pPr>
              <a:defRPr sz="1700" b="0">
                <a:solidFill>
                  <a:schemeClr val="tx1"/>
                </a:solidFill>
              </a:defRPr>
            </a:lvl1pPr>
            <a:lvl2pPr marL="0" indent="0">
              <a:buNone/>
              <a:defRPr/>
            </a:lvl2pPr>
          </a:lstStyle>
          <a:p>
            <a:pPr lvl="0"/>
            <a:r>
              <a:rPr lang="en-US" dirty="0"/>
              <a:t>Figure 3: [Figure caption]</a:t>
            </a:r>
          </a:p>
        </p:txBody>
      </p:sp>
      <p:sp>
        <p:nvSpPr>
          <p:cNvPr id="30" name="Text Placeholder 3">
            <a:extLst>
              <a:ext uri="{FF2B5EF4-FFF2-40B4-BE49-F238E27FC236}">
                <a16:creationId xmlns:a16="http://schemas.microsoft.com/office/drawing/2014/main" id="{CDDF1199-EC6B-41AC-B99E-F83299E4E43C}"/>
              </a:ext>
            </a:extLst>
          </p:cNvPr>
          <p:cNvSpPr>
            <a:spLocks noGrp="1"/>
          </p:cNvSpPr>
          <p:nvPr>
            <p:ph type="body" sz="quarter" idx="38" hasCustomPrompt="1"/>
          </p:nvPr>
        </p:nvSpPr>
        <p:spPr>
          <a:xfrm>
            <a:off x="611188" y="16266431"/>
            <a:ext cx="6299200" cy="1560513"/>
          </a:xfrm>
          <a:noFill/>
        </p:spPr>
        <p:txBody>
          <a:bodyPr lIns="0" tIns="0" rIns="0" bIns="0">
            <a:noAutofit/>
          </a:bodyPr>
          <a:lstStyle>
            <a:lvl1pPr>
              <a:defRPr sz="1700" b="0">
                <a:solidFill>
                  <a:schemeClr val="tx1"/>
                </a:solidFill>
              </a:defRPr>
            </a:lvl1pPr>
            <a:lvl2pPr marL="0" indent="0">
              <a:buNone/>
              <a:defRPr/>
            </a:lvl2pPr>
          </a:lstStyle>
          <a:p>
            <a:pPr lvl="0"/>
            <a:r>
              <a:rPr lang="en-US" dirty="0"/>
              <a:t>Figure 1: [Figure caption]</a:t>
            </a:r>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hasCustomPrompt="1"/>
          </p:nvPr>
        </p:nvSpPr>
        <p:spPr>
          <a:xfrm>
            <a:off x="610692" y="18788222"/>
            <a:ext cx="6300000" cy="8477746"/>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8" name="Text Placeholder 15">
            <a:extLst>
              <a:ext uri="{FF2B5EF4-FFF2-40B4-BE49-F238E27FC236}">
                <a16:creationId xmlns:a16="http://schemas.microsoft.com/office/drawing/2014/main" id="{38D4DD99-3B01-4082-8203-F8BD7D3A2F57}"/>
              </a:ext>
            </a:extLst>
          </p:cNvPr>
          <p:cNvSpPr>
            <a:spLocks noGrp="1"/>
          </p:cNvSpPr>
          <p:nvPr>
            <p:ph type="body" sz="quarter" idx="19" hasCustomPrompt="1"/>
          </p:nvPr>
        </p:nvSpPr>
        <p:spPr>
          <a:xfrm>
            <a:off x="610692" y="2699272"/>
            <a:ext cx="20160000" cy="276999"/>
          </a:xfrm>
        </p:spPr>
        <p:txBody>
          <a:bodyPr>
            <a:spAutoFit/>
          </a:bodyPr>
          <a:lstStyle>
            <a:lvl1pPr algn="l" rtl="0">
              <a:lnSpc>
                <a:spcPct val="100000"/>
              </a:lnSpc>
              <a:spcBef>
                <a:spcPts val="300"/>
              </a:spcBef>
              <a:spcAft>
                <a:spcPts val="300"/>
              </a:spcAft>
              <a:defRPr lang="en-US" sz="1800" b="0" i="0" baseline="0" dirty="0">
                <a:solidFill>
                  <a:schemeClr val="bg1"/>
                </a:solidFill>
              </a:defRPr>
            </a:lvl1pPr>
          </a:lstStyle>
          <a:p>
            <a:pPr rtl="0"/>
            <a:r>
              <a:rPr lang="en-AU" dirty="0"/>
              <a:t>[References]</a:t>
            </a:r>
            <a:endParaRPr lang="en-US" dirty="0"/>
          </a:p>
        </p:txBody>
      </p:sp>
      <p:sp>
        <p:nvSpPr>
          <p:cNvPr id="2" name="Title 1">
            <a:extLst>
              <a:ext uri="{FF2B5EF4-FFF2-40B4-BE49-F238E27FC236}">
                <a16:creationId xmlns:a16="http://schemas.microsoft.com/office/drawing/2014/main" id="{E71B3F32-96A2-4679-84A4-F12397FCFF02}"/>
              </a:ext>
            </a:extLst>
          </p:cNvPr>
          <p:cNvSpPr>
            <a:spLocks noGrp="1"/>
          </p:cNvSpPr>
          <p:nvPr>
            <p:ph type="title"/>
          </p:nvPr>
        </p:nvSpPr>
        <p:spPr>
          <a:xfrm>
            <a:off x="610692" y="539032"/>
            <a:ext cx="20160000" cy="707886"/>
          </a:xfrm>
        </p:spPr>
        <p:txBody>
          <a:bodyPr/>
          <a:lstStyle>
            <a:lvl1pPr>
              <a:defRPr>
                <a:solidFill>
                  <a:schemeClr val="bg1"/>
                </a:solidFill>
              </a:defRPr>
            </a:lvl1pPr>
          </a:lstStyle>
          <a:p>
            <a:r>
              <a:rPr lang="en-US" dirty="0"/>
              <a:t>Click to edit Master title style</a:t>
            </a:r>
            <a:endParaRPr lang="en-AU" dirty="0"/>
          </a:p>
        </p:txBody>
      </p:sp>
      <p:sp>
        <p:nvSpPr>
          <p:cNvPr id="11" name="Text Placeholder 15">
            <a:extLst>
              <a:ext uri="{FF2B5EF4-FFF2-40B4-BE49-F238E27FC236}">
                <a16:creationId xmlns:a16="http://schemas.microsoft.com/office/drawing/2014/main" id="{A10BA14E-C836-42CB-8468-CD4BE60EA406}"/>
              </a:ext>
            </a:extLst>
          </p:cNvPr>
          <p:cNvSpPr>
            <a:spLocks noGrp="1"/>
          </p:cNvSpPr>
          <p:nvPr>
            <p:ph type="body" sz="quarter" idx="20" hasCustomPrompt="1"/>
          </p:nvPr>
        </p:nvSpPr>
        <p:spPr>
          <a:xfrm>
            <a:off x="610692" y="2104159"/>
            <a:ext cx="20160000" cy="430887"/>
          </a:xfrm>
        </p:spPr>
        <p:txBody>
          <a:bodyPr anchor="t">
            <a:spAutoFit/>
          </a:bodyPr>
          <a:lstStyle>
            <a:lvl1pPr algn="l">
              <a:lnSpc>
                <a:spcPct val="100000"/>
              </a:lnSpc>
              <a:spcBef>
                <a:spcPts val="0"/>
              </a:spcBef>
              <a:spcAft>
                <a:spcPts val="0"/>
              </a:spcAft>
              <a:defRPr sz="2800" b="1">
                <a:solidFill>
                  <a:schemeClr val="bg1"/>
                </a:solidFill>
              </a:defRPr>
            </a:lvl1pPr>
          </a:lstStyle>
          <a:p>
            <a:pPr lvl="0"/>
            <a:r>
              <a:rPr lang="en-AU" dirty="0"/>
              <a:t>[Subtitle]</a:t>
            </a:r>
          </a:p>
        </p:txBody>
      </p:sp>
      <p:sp>
        <p:nvSpPr>
          <p:cNvPr id="4" name="Text Placeholder 3">
            <a:extLst>
              <a:ext uri="{FF2B5EF4-FFF2-40B4-BE49-F238E27FC236}">
                <a16:creationId xmlns:a16="http://schemas.microsoft.com/office/drawing/2014/main" id="{463BEAD4-D512-4292-B52C-BB5F9C1ACBE8}"/>
              </a:ext>
            </a:extLst>
          </p:cNvPr>
          <p:cNvSpPr>
            <a:spLocks noGrp="1"/>
          </p:cNvSpPr>
          <p:nvPr>
            <p:ph type="body" sz="quarter" idx="22" hasCustomPrompt="1"/>
          </p:nvPr>
        </p:nvSpPr>
        <p:spPr>
          <a:xfrm>
            <a:off x="611188" y="18240375"/>
            <a:ext cx="62992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6" name="Picture Placeholder 5">
            <a:extLst>
              <a:ext uri="{FF2B5EF4-FFF2-40B4-BE49-F238E27FC236}">
                <a16:creationId xmlns:a16="http://schemas.microsoft.com/office/drawing/2014/main" id="{9B3572B5-A107-45E1-B8C4-724786A9B934}"/>
              </a:ext>
            </a:extLst>
          </p:cNvPr>
          <p:cNvSpPr>
            <a:spLocks noGrp="1"/>
          </p:cNvSpPr>
          <p:nvPr>
            <p:ph type="pic" sz="quarter" idx="24" hasCustomPrompt="1"/>
          </p:nvPr>
        </p:nvSpPr>
        <p:spPr>
          <a:xfrm>
            <a:off x="7548520" y="4048125"/>
            <a:ext cx="13221676" cy="8527628"/>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15" name="Content Placeholder 9">
            <a:extLst>
              <a:ext uri="{FF2B5EF4-FFF2-40B4-BE49-F238E27FC236}">
                <a16:creationId xmlns:a16="http://schemas.microsoft.com/office/drawing/2014/main" id="{917A8D9B-14C2-4EF9-B4A1-2B35C1B458CD}"/>
              </a:ext>
            </a:extLst>
          </p:cNvPr>
          <p:cNvSpPr>
            <a:spLocks noGrp="1"/>
          </p:cNvSpPr>
          <p:nvPr>
            <p:ph sz="quarter" idx="25" hasCustomPrompt="1"/>
          </p:nvPr>
        </p:nvSpPr>
        <p:spPr>
          <a:xfrm>
            <a:off x="610692" y="4631592"/>
            <a:ext cx="6300000" cy="5897502"/>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marL="270000" indent="0">
              <a:lnSpc>
                <a:spcPct val="100000"/>
              </a:lnSpc>
              <a:spcBef>
                <a:spcPts val="600"/>
              </a:spcBef>
              <a:tabLst/>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3">
            <a:extLst>
              <a:ext uri="{FF2B5EF4-FFF2-40B4-BE49-F238E27FC236}">
                <a16:creationId xmlns:a16="http://schemas.microsoft.com/office/drawing/2014/main" id="{12C23EDD-933E-499B-A2BA-6FE387C53BF6}"/>
              </a:ext>
            </a:extLst>
          </p:cNvPr>
          <p:cNvSpPr>
            <a:spLocks noGrp="1"/>
          </p:cNvSpPr>
          <p:nvPr>
            <p:ph type="body" sz="quarter" idx="26" hasCustomPrompt="1"/>
          </p:nvPr>
        </p:nvSpPr>
        <p:spPr>
          <a:xfrm>
            <a:off x="611188" y="4083745"/>
            <a:ext cx="62992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17" name="Content Placeholder 9">
            <a:extLst>
              <a:ext uri="{FF2B5EF4-FFF2-40B4-BE49-F238E27FC236}">
                <a16:creationId xmlns:a16="http://schemas.microsoft.com/office/drawing/2014/main" id="{3F0996FF-D92C-4EA6-938C-E7F162ABD7E9}"/>
              </a:ext>
            </a:extLst>
          </p:cNvPr>
          <p:cNvSpPr>
            <a:spLocks noGrp="1"/>
          </p:cNvSpPr>
          <p:nvPr>
            <p:ph sz="quarter" idx="27" hasCustomPrompt="1"/>
          </p:nvPr>
        </p:nvSpPr>
        <p:spPr>
          <a:xfrm>
            <a:off x="7548520" y="16266431"/>
            <a:ext cx="6300000" cy="2363295"/>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3">
            <a:extLst>
              <a:ext uri="{FF2B5EF4-FFF2-40B4-BE49-F238E27FC236}">
                <a16:creationId xmlns:a16="http://schemas.microsoft.com/office/drawing/2014/main" id="{21BA83C2-8E32-4485-BCE0-1DEBBC6A39DF}"/>
              </a:ext>
            </a:extLst>
          </p:cNvPr>
          <p:cNvSpPr>
            <a:spLocks noGrp="1"/>
          </p:cNvSpPr>
          <p:nvPr>
            <p:ph type="body" sz="quarter" idx="28" hasCustomPrompt="1"/>
          </p:nvPr>
        </p:nvSpPr>
        <p:spPr>
          <a:xfrm>
            <a:off x="7548520" y="14547028"/>
            <a:ext cx="63000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20" name="Text Placeholder 3">
            <a:extLst>
              <a:ext uri="{FF2B5EF4-FFF2-40B4-BE49-F238E27FC236}">
                <a16:creationId xmlns:a16="http://schemas.microsoft.com/office/drawing/2014/main" id="{68307EC0-D6C4-47F3-A40C-ACED0037F85D}"/>
              </a:ext>
            </a:extLst>
          </p:cNvPr>
          <p:cNvSpPr>
            <a:spLocks noGrp="1"/>
          </p:cNvSpPr>
          <p:nvPr>
            <p:ph type="body" sz="quarter" idx="29" hasCustomPrompt="1"/>
          </p:nvPr>
        </p:nvSpPr>
        <p:spPr>
          <a:xfrm>
            <a:off x="7548520" y="15109140"/>
            <a:ext cx="6300000" cy="1148184"/>
          </a:xfrm>
          <a:gradFill flip="none" rotWithShape="1">
            <a:gsLst>
              <a:gs pos="0">
                <a:schemeClr val="accent1"/>
              </a:gs>
              <a:gs pos="85000">
                <a:srgbClr val="7A2884"/>
              </a:gs>
              <a:gs pos="100000">
                <a:srgbClr val="962A8B"/>
              </a:gs>
            </a:gsLst>
            <a:lin ang="0" scaled="1"/>
            <a:tileRect/>
          </a:gradFill>
        </p:spPr>
        <p:txBody>
          <a:bodyPr lIns="180000" tIns="90000" rIns="180000" bIns="90000" anchor="ctr">
            <a:noAutofit/>
          </a:bodyPr>
          <a:lstStyle>
            <a:lvl1pPr>
              <a:defRPr sz="2800" b="1">
                <a:solidFill>
                  <a:schemeClr val="bg1"/>
                </a:solidFill>
              </a:defRPr>
            </a:lvl1pPr>
            <a:lvl2pPr marL="0" indent="0">
              <a:buNone/>
              <a:defRPr/>
            </a:lvl2pPr>
          </a:lstStyle>
          <a:p>
            <a:pPr lvl="0"/>
            <a:r>
              <a:rPr lang="en-US" dirty="0"/>
              <a:t>[Feature text]</a:t>
            </a:r>
          </a:p>
        </p:txBody>
      </p:sp>
      <p:sp>
        <p:nvSpPr>
          <p:cNvPr id="21" name="Content Placeholder 9">
            <a:extLst>
              <a:ext uri="{FF2B5EF4-FFF2-40B4-BE49-F238E27FC236}">
                <a16:creationId xmlns:a16="http://schemas.microsoft.com/office/drawing/2014/main" id="{5052BB6F-902B-439C-9DB2-8A155C4F673D}"/>
              </a:ext>
            </a:extLst>
          </p:cNvPr>
          <p:cNvSpPr>
            <a:spLocks noGrp="1"/>
          </p:cNvSpPr>
          <p:nvPr>
            <p:ph sz="quarter" idx="30" hasCustomPrompt="1"/>
          </p:nvPr>
        </p:nvSpPr>
        <p:spPr>
          <a:xfrm>
            <a:off x="14472438" y="16257324"/>
            <a:ext cx="6300000" cy="3776826"/>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Picture Placeholder 5">
            <a:extLst>
              <a:ext uri="{FF2B5EF4-FFF2-40B4-BE49-F238E27FC236}">
                <a16:creationId xmlns:a16="http://schemas.microsoft.com/office/drawing/2014/main" id="{84FBFEDF-8755-4CEB-AA17-B049ED246C14}"/>
              </a:ext>
            </a:extLst>
          </p:cNvPr>
          <p:cNvSpPr>
            <a:spLocks noGrp="1"/>
          </p:cNvSpPr>
          <p:nvPr>
            <p:ph type="pic" sz="quarter" idx="32" hasCustomPrompt="1"/>
          </p:nvPr>
        </p:nvSpPr>
        <p:spPr>
          <a:xfrm>
            <a:off x="610692" y="11038860"/>
            <a:ext cx="6300000" cy="5004000"/>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5" name="Picture Placeholder 5">
            <a:extLst>
              <a:ext uri="{FF2B5EF4-FFF2-40B4-BE49-F238E27FC236}">
                <a16:creationId xmlns:a16="http://schemas.microsoft.com/office/drawing/2014/main" id="{0693EAD1-462A-4ECC-9C4A-DDBEE428150D}"/>
              </a:ext>
            </a:extLst>
          </p:cNvPr>
          <p:cNvSpPr>
            <a:spLocks noGrp="1"/>
          </p:cNvSpPr>
          <p:nvPr>
            <p:ph type="pic" sz="quarter" idx="34" hasCustomPrompt="1"/>
          </p:nvPr>
        </p:nvSpPr>
        <p:spPr>
          <a:xfrm>
            <a:off x="7548520" y="19192260"/>
            <a:ext cx="6300000" cy="6458514"/>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8" name="Content Placeholder 9">
            <a:extLst>
              <a:ext uri="{FF2B5EF4-FFF2-40B4-BE49-F238E27FC236}">
                <a16:creationId xmlns:a16="http://schemas.microsoft.com/office/drawing/2014/main" id="{07222DC4-ED65-41BA-9AE9-3AB068E3D93C}"/>
              </a:ext>
            </a:extLst>
          </p:cNvPr>
          <p:cNvSpPr>
            <a:spLocks noGrp="1"/>
          </p:cNvSpPr>
          <p:nvPr>
            <p:ph sz="quarter" idx="36" hasCustomPrompt="1"/>
          </p:nvPr>
        </p:nvSpPr>
        <p:spPr>
          <a:xfrm>
            <a:off x="14472438" y="21226621"/>
            <a:ext cx="6300000" cy="6039347"/>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Text Placeholder 3">
            <a:extLst>
              <a:ext uri="{FF2B5EF4-FFF2-40B4-BE49-F238E27FC236}">
                <a16:creationId xmlns:a16="http://schemas.microsoft.com/office/drawing/2014/main" id="{73DB9632-6B58-4B85-BAF1-CD327B3366E1}"/>
              </a:ext>
            </a:extLst>
          </p:cNvPr>
          <p:cNvSpPr>
            <a:spLocks noGrp="1"/>
          </p:cNvSpPr>
          <p:nvPr>
            <p:ph type="body" sz="quarter" idx="37" hasCustomPrompt="1"/>
          </p:nvPr>
        </p:nvSpPr>
        <p:spPr>
          <a:xfrm>
            <a:off x="14472438" y="20678775"/>
            <a:ext cx="63000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31" name="Text Placeholder 3">
            <a:extLst>
              <a:ext uri="{FF2B5EF4-FFF2-40B4-BE49-F238E27FC236}">
                <a16:creationId xmlns:a16="http://schemas.microsoft.com/office/drawing/2014/main" id="{14AE396D-A57C-4020-9B70-0FBF18BDC634}"/>
              </a:ext>
            </a:extLst>
          </p:cNvPr>
          <p:cNvSpPr>
            <a:spLocks noGrp="1"/>
          </p:cNvSpPr>
          <p:nvPr>
            <p:ph type="body" sz="quarter" idx="39" hasCustomPrompt="1"/>
          </p:nvPr>
        </p:nvSpPr>
        <p:spPr>
          <a:xfrm>
            <a:off x="7548520" y="12785005"/>
            <a:ext cx="13221676" cy="1560513"/>
          </a:xfrm>
          <a:noFill/>
        </p:spPr>
        <p:txBody>
          <a:bodyPr lIns="0" tIns="0" rIns="0" bIns="0">
            <a:noAutofit/>
          </a:bodyPr>
          <a:lstStyle>
            <a:lvl1pPr>
              <a:defRPr sz="1700" b="0">
                <a:solidFill>
                  <a:schemeClr val="tx1"/>
                </a:solidFill>
              </a:defRPr>
            </a:lvl1pPr>
            <a:lvl2pPr marL="0" indent="0">
              <a:buNone/>
              <a:defRPr/>
            </a:lvl2pPr>
          </a:lstStyle>
          <a:p>
            <a:pPr lvl="0"/>
            <a:r>
              <a:rPr lang="en-US" dirty="0"/>
              <a:t>Figure 2: [Figure caption]</a:t>
            </a:r>
          </a:p>
        </p:txBody>
      </p:sp>
      <p:sp>
        <p:nvSpPr>
          <p:cNvPr id="33" name="Text Placeholder 3">
            <a:extLst>
              <a:ext uri="{FF2B5EF4-FFF2-40B4-BE49-F238E27FC236}">
                <a16:creationId xmlns:a16="http://schemas.microsoft.com/office/drawing/2014/main" id="{9E64CD43-B309-4448-9788-BA1A319BC575}"/>
              </a:ext>
            </a:extLst>
          </p:cNvPr>
          <p:cNvSpPr>
            <a:spLocks noGrp="1"/>
          </p:cNvSpPr>
          <p:nvPr>
            <p:ph type="body" sz="quarter" idx="41" hasCustomPrompt="1"/>
          </p:nvPr>
        </p:nvSpPr>
        <p:spPr>
          <a:xfrm>
            <a:off x="7548520" y="28486644"/>
            <a:ext cx="6299200" cy="1124570"/>
          </a:xfrm>
          <a:noFill/>
        </p:spPr>
        <p:txBody>
          <a:bodyPr lIns="0" tIns="0" rIns="0" bIns="0">
            <a:noAutofit/>
          </a:bodyPr>
          <a:lstStyle>
            <a:lvl1pPr>
              <a:defRPr sz="1700" b="0">
                <a:solidFill>
                  <a:schemeClr val="tx1"/>
                </a:solidFill>
              </a:defRPr>
            </a:lvl1pPr>
            <a:lvl2pPr marL="0" indent="0">
              <a:buNone/>
              <a:defRPr/>
            </a:lvl2pPr>
          </a:lstStyle>
          <a:p>
            <a:pPr lvl="0"/>
            <a:r>
              <a:rPr lang="en-US" dirty="0"/>
              <a:t>[Acknowledgements text]</a:t>
            </a:r>
          </a:p>
        </p:txBody>
      </p:sp>
      <p:pic>
        <p:nvPicPr>
          <p:cNvPr id="9" name="Picture 8" descr="A close up of a sign&#10;&#10;Description automatically generated">
            <a:extLst>
              <a:ext uri="{FF2B5EF4-FFF2-40B4-BE49-F238E27FC236}">
                <a16:creationId xmlns:a16="http://schemas.microsoft.com/office/drawing/2014/main" id="{3D90DA2A-6AB0-45D9-9F7C-5E9490A5BA7A}"/>
              </a:ext>
            </a:extLst>
          </p:cNvPr>
          <p:cNvPicPr>
            <a:picLocks noChangeAspect="1"/>
          </p:cNvPicPr>
          <p:nvPr userDrawn="1"/>
        </p:nvPicPr>
        <p:blipFill>
          <a:blip r:embed="rId2"/>
          <a:stretch>
            <a:fillRect/>
          </a:stretch>
        </p:blipFill>
        <p:spPr>
          <a:xfrm>
            <a:off x="17425145" y="28213365"/>
            <a:ext cx="3379537" cy="1397849"/>
          </a:xfrm>
          <a:prstGeom prst="rect">
            <a:avLst/>
          </a:prstGeom>
        </p:spPr>
      </p:pic>
      <p:cxnSp>
        <p:nvCxnSpPr>
          <p:cNvPr id="40" name="Straight Connector 39">
            <a:extLst>
              <a:ext uri="{FF2B5EF4-FFF2-40B4-BE49-F238E27FC236}">
                <a16:creationId xmlns:a16="http://schemas.microsoft.com/office/drawing/2014/main" id="{E672035C-588A-49D3-997F-1214843DE1FF}"/>
              </a:ext>
            </a:extLst>
          </p:cNvPr>
          <p:cNvCxnSpPr/>
          <p:nvPr userDrawn="1"/>
        </p:nvCxnSpPr>
        <p:spPr>
          <a:xfrm>
            <a:off x="611188" y="29171546"/>
            <a:ext cx="6192192"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2" name="Text Placeholder 3">
            <a:extLst>
              <a:ext uri="{FF2B5EF4-FFF2-40B4-BE49-F238E27FC236}">
                <a16:creationId xmlns:a16="http://schemas.microsoft.com/office/drawing/2014/main" id="{BEC75044-FCFE-49F2-927B-D01CB1326B5D}"/>
              </a:ext>
            </a:extLst>
          </p:cNvPr>
          <p:cNvSpPr>
            <a:spLocks noGrp="1"/>
          </p:cNvSpPr>
          <p:nvPr>
            <p:ph type="body" sz="quarter" idx="43" hasCustomPrompt="1"/>
          </p:nvPr>
        </p:nvSpPr>
        <p:spPr>
          <a:xfrm>
            <a:off x="1041040" y="28174463"/>
            <a:ext cx="3185292"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a:t>f.surname@uq.edu.au</a:t>
            </a:r>
          </a:p>
        </p:txBody>
      </p:sp>
      <p:sp>
        <p:nvSpPr>
          <p:cNvPr id="43" name="Text Placeholder 3">
            <a:extLst>
              <a:ext uri="{FF2B5EF4-FFF2-40B4-BE49-F238E27FC236}">
                <a16:creationId xmlns:a16="http://schemas.microsoft.com/office/drawing/2014/main" id="{A3195BD1-2EFC-4056-B6F0-AF57BF3742F4}"/>
              </a:ext>
            </a:extLst>
          </p:cNvPr>
          <p:cNvSpPr>
            <a:spLocks noGrp="1"/>
          </p:cNvSpPr>
          <p:nvPr>
            <p:ph type="body" sz="quarter" idx="44" hasCustomPrompt="1"/>
          </p:nvPr>
        </p:nvSpPr>
        <p:spPr>
          <a:xfrm>
            <a:off x="1041040" y="28529194"/>
            <a:ext cx="3185292"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err="1"/>
              <a:t>Firstname</a:t>
            </a:r>
            <a:r>
              <a:rPr lang="en-US" dirty="0"/>
              <a:t> Surname</a:t>
            </a:r>
          </a:p>
        </p:txBody>
      </p:sp>
      <p:sp>
        <p:nvSpPr>
          <p:cNvPr id="44" name="Text Placeholder 3">
            <a:extLst>
              <a:ext uri="{FF2B5EF4-FFF2-40B4-BE49-F238E27FC236}">
                <a16:creationId xmlns:a16="http://schemas.microsoft.com/office/drawing/2014/main" id="{FA1686CA-6C92-4EA8-83CB-C754253E940D}"/>
              </a:ext>
            </a:extLst>
          </p:cNvPr>
          <p:cNvSpPr>
            <a:spLocks noGrp="1"/>
          </p:cNvSpPr>
          <p:nvPr>
            <p:ph type="body" sz="quarter" idx="45" hasCustomPrompt="1"/>
          </p:nvPr>
        </p:nvSpPr>
        <p:spPr>
          <a:xfrm>
            <a:off x="4744360" y="28174463"/>
            <a:ext cx="2635084"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a:t>@researcher</a:t>
            </a:r>
          </a:p>
        </p:txBody>
      </p:sp>
      <p:sp>
        <p:nvSpPr>
          <p:cNvPr id="48" name="Text Placeholder 3">
            <a:extLst>
              <a:ext uri="{FF2B5EF4-FFF2-40B4-BE49-F238E27FC236}">
                <a16:creationId xmlns:a16="http://schemas.microsoft.com/office/drawing/2014/main" id="{CA60D0B7-1DC9-4B2D-A6FF-24915AEF69A6}"/>
              </a:ext>
            </a:extLst>
          </p:cNvPr>
          <p:cNvSpPr>
            <a:spLocks noGrp="1"/>
          </p:cNvSpPr>
          <p:nvPr>
            <p:ph type="body" sz="quarter" idx="47" hasCustomPrompt="1"/>
          </p:nvPr>
        </p:nvSpPr>
        <p:spPr>
          <a:xfrm>
            <a:off x="14470020" y="14547028"/>
            <a:ext cx="63000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49" name="Text Placeholder 3">
            <a:extLst>
              <a:ext uri="{FF2B5EF4-FFF2-40B4-BE49-F238E27FC236}">
                <a16:creationId xmlns:a16="http://schemas.microsoft.com/office/drawing/2014/main" id="{27790412-6BFB-44B6-B54A-E9CF8D9D1F31}"/>
              </a:ext>
            </a:extLst>
          </p:cNvPr>
          <p:cNvSpPr>
            <a:spLocks noGrp="1"/>
          </p:cNvSpPr>
          <p:nvPr>
            <p:ph type="body" sz="quarter" idx="48" hasCustomPrompt="1"/>
          </p:nvPr>
        </p:nvSpPr>
        <p:spPr>
          <a:xfrm>
            <a:off x="14470020" y="15109140"/>
            <a:ext cx="6300000" cy="1148184"/>
          </a:xfrm>
          <a:gradFill flip="none" rotWithShape="1">
            <a:gsLst>
              <a:gs pos="0">
                <a:schemeClr val="accent1"/>
              </a:gs>
              <a:gs pos="85000">
                <a:srgbClr val="7A2884"/>
              </a:gs>
              <a:gs pos="100000">
                <a:srgbClr val="962A8B"/>
              </a:gs>
            </a:gsLst>
            <a:lin ang="0" scaled="1"/>
            <a:tileRect/>
          </a:gradFill>
        </p:spPr>
        <p:txBody>
          <a:bodyPr lIns="180000" tIns="90000" rIns="180000" bIns="90000" anchor="ctr">
            <a:noAutofit/>
          </a:bodyPr>
          <a:lstStyle>
            <a:lvl1pPr>
              <a:defRPr sz="2800" b="1">
                <a:solidFill>
                  <a:schemeClr val="bg1"/>
                </a:solidFill>
              </a:defRPr>
            </a:lvl1pPr>
            <a:lvl2pPr marL="0" indent="0">
              <a:buNone/>
              <a:defRPr/>
            </a:lvl2pPr>
          </a:lstStyle>
          <a:p>
            <a:pPr lvl="0"/>
            <a:r>
              <a:rPr lang="en-US" dirty="0"/>
              <a:t>[Feature text]</a:t>
            </a:r>
          </a:p>
        </p:txBody>
      </p:sp>
    </p:spTree>
    <p:extLst>
      <p:ext uri="{BB962C8B-B14F-4D97-AF65-F5344CB8AC3E}">
        <p14:creationId xmlns:p14="http://schemas.microsoft.com/office/powerpoint/2010/main" val="3241297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1 Poster Purple Header Footer">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21DF2155-5108-45DA-BEE8-D2E8E9E3F7E4}"/>
              </a:ext>
            </a:extLst>
          </p:cNvPr>
          <p:cNvSpPr/>
          <p:nvPr userDrawn="1"/>
        </p:nvSpPr>
        <p:spPr>
          <a:xfrm>
            <a:off x="124010" y="27688142"/>
            <a:ext cx="21133364" cy="2466000"/>
          </a:xfrm>
          <a:prstGeom prst="rect">
            <a:avLst/>
          </a:prstGeom>
          <a:gradFill flip="none" rotWithShape="1">
            <a:gsLst>
              <a:gs pos="0">
                <a:schemeClr val="accent1"/>
              </a:gs>
              <a:gs pos="90000">
                <a:srgbClr val="7A2884"/>
              </a:gs>
              <a:gs pos="100000">
                <a:srgbClr val="962A8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2" name="Graphic 11">
            <a:extLst>
              <a:ext uri="{FF2B5EF4-FFF2-40B4-BE49-F238E27FC236}">
                <a16:creationId xmlns:a16="http://schemas.microsoft.com/office/drawing/2014/main" id="{569FAC54-C013-4F35-B370-89B8C6011B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4932" y="28243062"/>
            <a:ext cx="3348000" cy="1335541"/>
          </a:xfrm>
          <a:prstGeom prst="rect">
            <a:avLst/>
          </a:prstGeom>
        </p:spPr>
      </p:pic>
      <p:sp>
        <p:nvSpPr>
          <p:cNvPr id="32" name="Text Placeholder 3">
            <a:extLst>
              <a:ext uri="{FF2B5EF4-FFF2-40B4-BE49-F238E27FC236}">
                <a16:creationId xmlns:a16="http://schemas.microsoft.com/office/drawing/2014/main" id="{301FA84E-7DF2-4E36-ACA2-E9547243170B}"/>
              </a:ext>
            </a:extLst>
          </p:cNvPr>
          <p:cNvSpPr>
            <a:spLocks noGrp="1"/>
          </p:cNvSpPr>
          <p:nvPr>
            <p:ph type="body" sz="quarter" idx="40" hasCustomPrompt="1"/>
          </p:nvPr>
        </p:nvSpPr>
        <p:spPr>
          <a:xfrm>
            <a:off x="7548520" y="25897817"/>
            <a:ext cx="6299200" cy="1368151"/>
          </a:xfrm>
          <a:noFill/>
        </p:spPr>
        <p:txBody>
          <a:bodyPr lIns="0" tIns="0" rIns="0" bIns="0">
            <a:noAutofit/>
          </a:bodyPr>
          <a:lstStyle>
            <a:lvl1pPr>
              <a:defRPr sz="1700" b="0">
                <a:solidFill>
                  <a:schemeClr val="tx1"/>
                </a:solidFill>
              </a:defRPr>
            </a:lvl1pPr>
            <a:lvl2pPr marL="0" indent="0">
              <a:buNone/>
              <a:defRPr/>
            </a:lvl2pPr>
          </a:lstStyle>
          <a:p>
            <a:pPr lvl="0"/>
            <a:r>
              <a:rPr lang="en-US" dirty="0"/>
              <a:t>Figure 3: [Figure caption]</a:t>
            </a:r>
          </a:p>
        </p:txBody>
      </p:sp>
      <p:sp>
        <p:nvSpPr>
          <p:cNvPr id="30" name="Text Placeholder 3">
            <a:extLst>
              <a:ext uri="{FF2B5EF4-FFF2-40B4-BE49-F238E27FC236}">
                <a16:creationId xmlns:a16="http://schemas.microsoft.com/office/drawing/2014/main" id="{CDDF1199-EC6B-41AC-B99E-F83299E4E43C}"/>
              </a:ext>
            </a:extLst>
          </p:cNvPr>
          <p:cNvSpPr>
            <a:spLocks noGrp="1"/>
          </p:cNvSpPr>
          <p:nvPr>
            <p:ph type="body" sz="quarter" idx="38" hasCustomPrompt="1"/>
          </p:nvPr>
        </p:nvSpPr>
        <p:spPr>
          <a:xfrm>
            <a:off x="611188" y="16266431"/>
            <a:ext cx="6299200" cy="1560513"/>
          </a:xfrm>
          <a:noFill/>
        </p:spPr>
        <p:txBody>
          <a:bodyPr lIns="0" tIns="0" rIns="0" bIns="0">
            <a:noAutofit/>
          </a:bodyPr>
          <a:lstStyle>
            <a:lvl1pPr>
              <a:defRPr sz="1700" b="0">
                <a:solidFill>
                  <a:schemeClr val="tx1"/>
                </a:solidFill>
              </a:defRPr>
            </a:lvl1pPr>
            <a:lvl2pPr marL="0" indent="0">
              <a:buNone/>
              <a:defRPr/>
            </a:lvl2pPr>
          </a:lstStyle>
          <a:p>
            <a:pPr lvl="0"/>
            <a:r>
              <a:rPr lang="en-US" dirty="0"/>
              <a:t>Figure 1: [Figure caption]</a:t>
            </a:r>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hasCustomPrompt="1"/>
          </p:nvPr>
        </p:nvSpPr>
        <p:spPr>
          <a:xfrm>
            <a:off x="610692" y="18788222"/>
            <a:ext cx="6300000" cy="8477746"/>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8" name="Text Placeholder 15">
            <a:extLst>
              <a:ext uri="{FF2B5EF4-FFF2-40B4-BE49-F238E27FC236}">
                <a16:creationId xmlns:a16="http://schemas.microsoft.com/office/drawing/2014/main" id="{38D4DD99-3B01-4082-8203-F8BD7D3A2F57}"/>
              </a:ext>
            </a:extLst>
          </p:cNvPr>
          <p:cNvSpPr>
            <a:spLocks noGrp="1"/>
          </p:cNvSpPr>
          <p:nvPr>
            <p:ph type="body" sz="quarter" idx="19" hasCustomPrompt="1"/>
          </p:nvPr>
        </p:nvSpPr>
        <p:spPr>
          <a:xfrm>
            <a:off x="610692" y="2699272"/>
            <a:ext cx="20160000" cy="276999"/>
          </a:xfrm>
        </p:spPr>
        <p:txBody>
          <a:bodyPr>
            <a:spAutoFit/>
          </a:bodyPr>
          <a:lstStyle>
            <a:lvl1pPr algn="l" rtl="0">
              <a:lnSpc>
                <a:spcPct val="100000"/>
              </a:lnSpc>
              <a:spcBef>
                <a:spcPts val="300"/>
              </a:spcBef>
              <a:spcAft>
                <a:spcPts val="300"/>
              </a:spcAft>
              <a:defRPr lang="en-US" sz="1800" b="0" i="0" baseline="0" dirty="0">
                <a:solidFill>
                  <a:schemeClr val="bg1"/>
                </a:solidFill>
              </a:defRPr>
            </a:lvl1pPr>
          </a:lstStyle>
          <a:p>
            <a:pPr rtl="0"/>
            <a:r>
              <a:rPr lang="en-AU" dirty="0"/>
              <a:t>[References]</a:t>
            </a:r>
            <a:endParaRPr lang="en-US" dirty="0"/>
          </a:p>
        </p:txBody>
      </p:sp>
      <p:sp>
        <p:nvSpPr>
          <p:cNvPr id="2" name="Title 1">
            <a:extLst>
              <a:ext uri="{FF2B5EF4-FFF2-40B4-BE49-F238E27FC236}">
                <a16:creationId xmlns:a16="http://schemas.microsoft.com/office/drawing/2014/main" id="{E71B3F32-96A2-4679-84A4-F12397FCFF02}"/>
              </a:ext>
            </a:extLst>
          </p:cNvPr>
          <p:cNvSpPr>
            <a:spLocks noGrp="1"/>
          </p:cNvSpPr>
          <p:nvPr>
            <p:ph type="title"/>
          </p:nvPr>
        </p:nvSpPr>
        <p:spPr>
          <a:xfrm>
            <a:off x="610692" y="539032"/>
            <a:ext cx="20160000" cy="707886"/>
          </a:xfrm>
        </p:spPr>
        <p:txBody>
          <a:bodyPr/>
          <a:lstStyle>
            <a:lvl1pPr>
              <a:defRPr>
                <a:solidFill>
                  <a:schemeClr val="bg1"/>
                </a:solidFill>
              </a:defRPr>
            </a:lvl1pPr>
          </a:lstStyle>
          <a:p>
            <a:r>
              <a:rPr lang="en-US" dirty="0"/>
              <a:t>Click to edit Master title style</a:t>
            </a:r>
            <a:endParaRPr lang="en-AU" dirty="0"/>
          </a:p>
        </p:txBody>
      </p:sp>
      <p:sp>
        <p:nvSpPr>
          <p:cNvPr id="11" name="Text Placeholder 15">
            <a:extLst>
              <a:ext uri="{FF2B5EF4-FFF2-40B4-BE49-F238E27FC236}">
                <a16:creationId xmlns:a16="http://schemas.microsoft.com/office/drawing/2014/main" id="{A10BA14E-C836-42CB-8468-CD4BE60EA406}"/>
              </a:ext>
            </a:extLst>
          </p:cNvPr>
          <p:cNvSpPr>
            <a:spLocks noGrp="1"/>
          </p:cNvSpPr>
          <p:nvPr>
            <p:ph type="body" sz="quarter" idx="20" hasCustomPrompt="1"/>
          </p:nvPr>
        </p:nvSpPr>
        <p:spPr>
          <a:xfrm>
            <a:off x="610692" y="2104159"/>
            <a:ext cx="20160000" cy="430887"/>
          </a:xfrm>
        </p:spPr>
        <p:txBody>
          <a:bodyPr anchor="t">
            <a:spAutoFit/>
          </a:bodyPr>
          <a:lstStyle>
            <a:lvl1pPr algn="l">
              <a:lnSpc>
                <a:spcPct val="100000"/>
              </a:lnSpc>
              <a:spcBef>
                <a:spcPts val="0"/>
              </a:spcBef>
              <a:spcAft>
                <a:spcPts val="0"/>
              </a:spcAft>
              <a:defRPr sz="2800" b="1">
                <a:solidFill>
                  <a:schemeClr val="bg1"/>
                </a:solidFill>
              </a:defRPr>
            </a:lvl1pPr>
          </a:lstStyle>
          <a:p>
            <a:pPr lvl="0"/>
            <a:r>
              <a:rPr lang="en-AU" dirty="0"/>
              <a:t>[Subtitle]</a:t>
            </a:r>
          </a:p>
        </p:txBody>
      </p:sp>
      <p:sp>
        <p:nvSpPr>
          <p:cNvPr id="4" name="Text Placeholder 3">
            <a:extLst>
              <a:ext uri="{FF2B5EF4-FFF2-40B4-BE49-F238E27FC236}">
                <a16:creationId xmlns:a16="http://schemas.microsoft.com/office/drawing/2014/main" id="{463BEAD4-D512-4292-B52C-BB5F9C1ACBE8}"/>
              </a:ext>
            </a:extLst>
          </p:cNvPr>
          <p:cNvSpPr>
            <a:spLocks noGrp="1"/>
          </p:cNvSpPr>
          <p:nvPr>
            <p:ph type="body" sz="quarter" idx="22" hasCustomPrompt="1"/>
          </p:nvPr>
        </p:nvSpPr>
        <p:spPr>
          <a:xfrm>
            <a:off x="611188" y="18240375"/>
            <a:ext cx="62992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6" name="Picture Placeholder 5">
            <a:extLst>
              <a:ext uri="{FF2B5EF4-FFF2-40B4-BE49-F238E27FC236}">
                <a16:creationId xmlns:a16="http://schemas.microsoft.com/office/drawing/2014/main" id="{9B3572B5-A107-45E1-B8C4-724786A9B934}"/>
              </a:ext>
            </a:extLst>
          </p:cNvPr>
          <p:cNvSpPr>
            <a:spLocks noGrp="1"/>
          </p:cNvSpPr>
          <p:nvPr>
            <p:ph type="pic" sz="quarter" idx="24" hasCustomPrompt="1"/>
          </p:nvPr>
        </p:nvSpPr>
        <p:spPr>
          <a:xfrm>
            <a:off x="7548520" y="4048125"/>
            <a:ext cx="13221676" cy="8527628"/>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15" name="Content Placeholder 9">
            <a:extLst>
              <a:ext uri="{FF2B5EF4-FFF2-40B4-BE49-F238E27FC236}">
                <a16:creationId xmlns:a16="http://schemas.microsoft.com/office/drawing/2014/main" id="{917A8D9B-14C2-4EF9-B4A1-2B35C1B458CD}"/>
              </a:ext>
            </a:extLst>
          </p:cNvPr>
          <p:cNvSpPr>
            <a:spLocks noGrp="1"/>
          </p:cNvSpPr>
          <p:nvPr>
            <p:ph sz="quarter" idx="25" hasCustomPrompt="1"/>
          </p:nvPr>
        </p:nvSpPr>
        <p:spPr>
          <a:xfrm>
            <a:off x="610692" y="4631592"/>
            <a:ext cx="6300000" cy="5897502"/>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marL="270000" indent="0">
              <a:lnSpc>
                <a:spcPct val="100000"/>
              </a:lnSpc>
              <a:spcBef>
                <a:spcPts val="600"/>
              </a:spcBef>
              <a:tabLst/>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3">
            <a:extLst>
              <a:ext uri="{FF2B5EF4-FFF2-40B4-BE49-F238E27FC236}">
                <a16:creationId xmlns:a16="http://schemas.microsoft.com/office/drawing/2014/main" id="{12C23EDD-933E-499B-A2BA-6FE387C53BF6}"/>
              </a:ext>
            </a:extLst>
          </p:cNvPr>
          <p:cNvSpPr>
            <a:spLocks noGrp="1"/>
          </p:cNvSpPr>
          <p:nvPr>
            <p:ph type="body" sz="quarter" idx="26" hasCustomPrompt="1"/>
          </p:nvPr>
        </p:nvSpPr>
        <p:spPr>
          <a:xfrm>
            <a:off x="611188" y="4083745"/>
            <a:ext cx="62992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17" name="Content Placeholder 9">
            <a:extLst>
              <a:ext uri="{FF2B5EF4-FFF2-40B4-BE49-F238E27FC236}">
                <a16:creationId xmlns:a16="http://schemas.microsoft.com/office/drawing/2014/main" id="{3F0996FF-D92C-4EA6-938C-E7F162ABD7E9}"/>
              </a:ext>
            </a:extLst>
          </p:cNvPr>
          <p:cNvSpPr>
            <a:spLocks noGrp="1"/>
          </p:cNvSpPr>
          <p:nvPr>
            <p:ph sz="quarter" idx="27" hasCustomPrompt="1"/>
          </p:nvPr>
        </p:nvSpPr>
        <p:spPr>
          <a:xfrm>
            <a:off x="7548520" y="16266431"/>
            <a:ext cx="6300000" cy="2363295"/>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3">
            <a:extLst>
              <a:ext uri="{FF2B5EF4-FFF2-40B4-BE49-F238E27FC236}">
                <a16:creationId xmlns:a16="http://schemas.microsoft.com/office/drawing/2014/main" id="{21BA83C2-8E32-4485-BCE0-1DEBBC6A39DF}"/>
              </a:ext>
            </a:extLst>
          </p:cNvPr>
          <p:cNvSpPr>
            <a:spLocks noGrp="1"/>
          </p:cNvSpPr>
          <p:nvPr>
            <p:ph type="body" sz="quarter" idx="28" hasCustomPrompt="1"/>
          </p:nvPr>
        </p:nvSpPr>
        <p:spPr>
          <a:xfrm>
            <a:off x="7548520" y="14547028"/>
            <a:ext cx="63000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20" name="Text Placeholder 3">
            <a:extLst>
              <a:ext uri="{FF2B5EF4-FFF2-40B4-BE49-F238E27FC236}">
                <a16:creationId xmlns:a16="http://schemas.microsoft.com/office/drawing/2014/main" id="{68307EC0-D6C4-47F3-A40C-ACED0037F85D}"/>
              </a:ext>
            </a:extLst>
          </p:cNvPr>
          <p:cNvSpPr>
            <a:spLocks noGrp="1"/>
          </p:cNvSpPr>
          <p:nvPr>
            <p:ph type="body" sz="quarter" idx="29" hasCustomPrompt="1"/>
          </p:nvPr>
        </p:nvSpPr>
        <p:spPr>
          <a:xfrm>
            <a:off x="7548520" y="15109140"/>
            <a:ext cx="6300000" cy="1148184"/>
          </a:xfrm>
          <a:gradFill flip="none" rotWithShape="1">
            <a:gsLst>
              <a:gs pos="0">
                <a:schemeClr val="accent1"/>
              </a:gs>
              <a:gs pos="90000">
                <a:srgbClr val="7A2884"/>
              </a:gs>
              <a:gs pos="100000">
                <a:srgbClr val="962A8B"/>
              </a:gs>
            </a:gsLst>
            <a:lin ang="0" scaled="1"/>
            <a:tileRect/>
          </a:gradFill>
        </p:spPr>
        <p:txBody>
          <a:bodyPr lIns="180000" tIns="90000" rIns="180000" bIns="90000" anchor="ctr">
            <a:noAutofit/>
          </a:bodyPr>
          <a:lstStyle>
            <a:lvl1pPr>
              <a:defRPr sz="2800" b="1">
                <a:solidFill>
                  <a:schemeClr val="bg1"/>
                </a:solidFill>
              </a:defRPr>
            </a:lvl1pPr>
            <a:lvl2pPr marL="0" indent="0">
              <a:buNone/>
              <a:defRPr/>
            </a:lvl2pPr>
          </a:lstStyle>
          <a:p>
            <a:pPr lvl="0"/>
            <a:r>
              <a:rPr lang="en-US" dirty="0"/>
              <a:t>[Feature text]</a:t>
            </a:r>
          </a:p>
        </p:txBody>
      </p:sp>
      <p:sp>
        <p:nvSpPr>
          <p:cNvPr id="23" name="Picture Placeholder 5">
            <a:extLst>
              <a:ext uri="{FF2B5EF4-FFF2-40B4-BE49-F238E27FC236}">
                <a16:creationId xmlns:a16="http://schemas.microsoft.com/office/drawing/2014/main" id="{84FBFEDF-8755-4CEB-AA17-B049ED246C14}"/>
              </a:ext>
            </a:extLst>
          </p:cNvPr>
          <p:cNvSpPr>
            <a:spLocks noGrp="1"/>
          </p:cNvSpPr>
          <p:nvPr>
            <p:ph type="pic" sz="quarter" idx="32" hasCustomPrompt="1"/>
          </p:nvPr>
        </p:nvSpPr>
        <p:spPr>
          <a:xfrm>
            <a:off x="610692" y="11038860"/>
            <a:ext cx="6300000" cy="5004000"/>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5" name="Picture Placeholder 5">
            <a:extLst>
              <a:ext uri="{FF2B5EF4-FFF2-40B4-BE49-F238E27FC236}">
                <a16:creationId xmlns:a16="http://schemas.microsoft.com/office/drawing/2014/main" id="{0693EAD1-462A-4ECC-9C4A-DDBEE428150D}"/>
              </a:ext>
            </a:extLst>
          </p:cNvPr>
          <p:cNvSpPr>
            <a:spLocks noGrp="1"/>
          </p:cNvSpPr>
          <p:nvPr>
            <p:ph type="pic" sz="quarter" idx="34" hasCustomPrompt="1"/>
          </p:nvPr>
        </p:nvSpPr>
        <p:spPr>
          <a:xfrm>
            <a:off x="7548520" y="19192260"/>
            <a:ext cx="6300000" cy="6458514"/>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8" name="Content Placeholder 9">
            <a:extLst>
              <a:ext uri="{FF2B5EF4-FFF2-40B4-BE49-F238E27FC236}">
                <a16:creationId xmlns:a16="http://schemas.microsoft.com/office/drawing/2014/main" id="{07222DC4-ED65-41BA-9AE9-3AB068E3D93C}"/>
              </a:ext>
            </a:extLst>
          </p:cNvPr>
          <p:cNvSpPr>
            <a:spLocks noGrp="1"/>
          </p:cNvSpPr>
          <p:nvPr>
            <p:ph sz="quarter" idx="36" hasCustomPrompt="1"/>
          </p:nvPr>
        </p:nvSpPr>
        <p:spPr>
          <a:xfrm>
            <a:off x="14472438" y="21226621"/>
            <a:ext cx="6300000" cy="6039347"/>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Text Placeholder 3">
            <a:extLst>
              <a:ext uri="{FF2B5EF4-FFF2-40B4-BE49-F238E27FC236}">
                <a16:creationId xmlns:a16="http://schemas.microsoft.com/office/drawing/2014/main" id="{73DB9632-6B58-4B85-BAF1-CD327B3366E1}"/>
              </a:ext>
            </a:extLst>
          </p:cNvPr>
          <p:cNvSpPr>
            <a:spLocks noGrp="1"/>
          </p:cNvSpPr>
          <p:nvPr>
            <p:ph type="body" sz="quarter" idx="37" hasCustomPrompt="1"/>
          </p:nvPr>
        </p:nvSpPr>
        <p:spPr>
          <a:xfrm>
            <a:off x="14472438" y="20678775"/>
            <a:ext cx="63000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31" name="Text Placeholder 3">
            <a:extLst>
              <a:ext uri="{FF2B5EF4-FFF2-40B4-BE49-F238E27FC236}">
                <a16:creationId xmlns:a16="http://schemas.microsoft.com/office/drawing/2014/main" id="{14AE396D-A57C-4020-9B70-0FBF18BDC634}"/>
              </a:ext>
            </a:extLst>
          </p:cNvPr>
          <p:cNvSpPr>
            <a:spLocks noGrp="1"/>
          </p:cNvSpPr>
          <p:nvPr>
            <p:ph type="body" sz="quarter" idx="39" hasCustomPrompt="1"/>
          </p:nvPr>
        </p:nvSpPr>
        <p:spPr>
          <a:xfrm>
            <a:off x="7548520" y="12785005"/>
            <a:ext cx="13221676" cy="1560513"/>
          </a:xfrm>
          <a:noFill/>
        </p:spPr>
        <p:txBody>
          <a:bodyPr lIns="0" tIns="0" rIns="0" bIns="0">
            <a:noAutofit/>
          </a:bodyPr>
          <a:lstStyle>
            <a:lvl1pPr>
              <a:defRPr sz="1700" b="0">
                <a:solidFill>
                  <a:schemeClr val="tx1"/>
                </a:solidFill>
              </a:defRPr>
            </a:lvl1pPr>
            <a:lvl2pPr marL="0" indent="0">
              <a:buNone/>
              <a:defRPr/>
            </a:lvl2pPr>
          </a:lstStyle>
          <a:p>
            <a:pPr lvl="0"/>
            <a:r>
              <a:rPr lang="en-US" dirty="0"/>
              <a:t>Figure 2: [Figure caption]</a:t>
            </a:r>
          </a:p>
        </p:txBody>
      </p:sp>
      <p:sp>
        <p:nvSpPr>
          <p:cNvPr id="33" name="Text Placeholder 3">
            <a:extLst>
              <a:ext uri="{FF2B5EF4-FFF2-40B4-BE49-F238E27FC236}">
                <a16:creationId xmlns:a16="http://schemas.microsoft.com/office/drawing/2014/main" id="{9E64CD43-B309-4448-9788-BA1A319BC575}"/>
              </a:ext>
            </a:extLst>
          </p:cNvPr>
          <p:cNvSpPr>
            <a:spLocks noGrp="1"/>
          </p:cNvSpPr>
          <p:nvPr>
            <p:ph type="body" sz="quarter" idx="41" hasCustomPrompt="1"/>
          </p:nvPr>
        </p:nvSpPr>
        <p:spPr>
          <a:xfrm>
            <a:off x="7548520" y="28486644"/>
            <a:ext cx="6299200" cy="1124570"/>
          </a:xfrm>
          <a:noFill/>
        </p:spPr>
        <p:txBody>
          <a:bodyPr lIns="0" tIns="0" rIns="0" bIns="0">
            <a:noAutofit/>
          </a:bodyPr>
          <a:lstStyle>
            <a:lvl1pPr>
              <a:defRPr sz="1700" b="0">
                <a:solidFill>
                  <a:schemeClr val="bg1"/>
                </a:solidFill>
              </a:defRPr>
            </a:lvl1pPr>
            <a:lvl2pPr marL="0" indent="0">
              <a:buNone/>
              <a:defRPr/>
            </a:lvl2pPr>
          </a:lstStyle>
          <a:p>
            <a:pPr lvl="0"/>
            <a:r>
              <a:rPr lang="en-US" dirty="0"/>
              <a:t>[Acknowledgements text]</a:t>
            </a:r>
          </a:p>
        </p:txBody>
      </p:sp>
      <p:cxnSp>
        <p:nvCxnSpPr>
          <p:cNvPr id="40" name="Straight Connector 39">
            <a:extLst>
              <a:ext uri="{FF2B5EF4-FFF2-40B4-BE49-F238E27FC236}">
                <a16:creationId xmlns:a16="http://schemas.microsoft.com/office/drawing/2014/main" id="{E672035C-588A-49D3-997F-1214843DE1FF}"/>
              </a:ext>
            </a:extLst>
          </p:cNvPr>
          <p:cNvCxnSpPr/>
          <p:nvPr userDrawn="1"/>
        </p:nvCxnSpPr>
        <p:spPr>
          <a:xfrm>
            <a:off x="611188" y="29171546"/>
            <a:ext cx="619219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2" name="Text Placeholder 3">
            <a:extLst>
              <a:ext uri="{FF2B5EF4-FFF2-40B4-BE49-F238E27FC236}">
                <a16:creationId xmlns:a16="http://schemas.microsoft.com/office/drawing/2014/main" id="{BEC75044-FCFE-49F2-927B-D01CB1326B5D}"/>
              </a:ext>
            </a:extLst>
          </p:cNvPr>
          <p:cNvSpPr>
            <a:spLocks noGrp="1"/>
          </p:cNvSpPr>
          <p:nvPr>
            <p:ph type="body" sz="quarter" idx="43" hasCustomPrompt="1"/>
          </p:nvPr>
        </p:nvSpPr>
        <p:spPr>
          <a:xfrm>
            <a:off x="1041040" y="28174463"/>
            <a:ext cx="3185292" cy="277768"/>
          </a:xfrm>
          <a:noFill/>
        </p:spPr>
        <p:txBody>
          <a:bodyPr wrap="square" lIns="0" tIns="0" rIns="0" bIns="0">
            <a:spAutoFit/>
          </a:bodyPr>
          <a:lstStyle>
            <a:lvl1pPr>
              <a:defRPr sz="1900" b="1">
                <a:solidFill>
                  <a:schemeClr val="bg1"/>
                </a:solidFill>
              </a:defRPr>
            </a:lvl1pPr>
            <a:lvl2pPr marL="0" indent="0">
              <a:buNone/>
              <a:defRPr/>
            </a:lvl2pPr>
          </a:lstStyle>
          <a:p>
            <a:pPr lvl="0"/>
            <a:r>
              <a:rPr lang="en-US" dirty="0"/>
              <a:t>f.surname@uq.edu.au</a:t>
            </a:r>
          </a:p>
        </p:txBody>
      </p:sp>
      <p:sp>
        <p:nvSpPr>
          <p:cNvPr id="43" name="Text Placeholder 3">
            <a:extLst>
              <a:ext uri="{FF2B5EF4-FFF2-40B4-BE49-F238E27FC236}">
                <a16:creationId xmlns:a16="http://schemas.microsoft.com/office/drawing/2014/main" id="{A3195BD1-2EFC-4056-B6F0-AF57BF3742F4}"/>
              </a:ext>
            </a:extLst>
          </p:cNvPr>
          <p:cNvSpPr>
            <a:spLocks noGrp="1"/>
          </p:cNvSpPr>
          <p:nvPr>
            <p:ph type="body" sz="quarter" idx="44" hasCustomPrompt="1"/>
          </p:nvPr>
        </p:nvSpPr>
        <p:spPr>
          <a:xfrm>
            <a:off x="1041040" y="28529194"/>
            <a:ext cx="3185292" cy="277768"/>
          </a:xfrm>
          <a:noFill/>
        </p:spPr>
        <p:txBody>
          <a:bodyPr wrap="square" lIns="0" tIns="0" rIns="0" bIns="0">
            <a:spAutoFit/>
          </a:bodyPr>
          <a:lstStyle>
            <a:lvl1pPr>
              <a:defRPr sz="1900" b="1">
                <a:solidFill>
                  <a:schemeClr val="bg1"/>
                </a:solidFill>
              </a:defRPr>
            </a:lvl1pPr>
            <a:lvl2pPr marL="0" indent="0">
              <a:buNone/>
              <a:defRPr/>
            </a:lvl2pPr>
          </a:lstStyle>
          <a:p>
            <a:pPr lvl="0"/>
            <a:r>
              <a:rPr lang="en-US" dirty="0" err="1"/>
              <a:t>Firstname</a:t>
            </a:r>
            <a:r>
              <a:rPr lang="en-US" dirty="0"/>
              <a:t> Surname</a:t>
            </a:r>
          </a:p>
        </p:txBody>
      </p:sp>
      <p:sp>
        <p:nvSpPr>
          <p:cNvPr id="44" name="Text Placeholder 3">
            <a:extLst>
              <a:ext uri="{FF2B5EF4-FFF2-40B4-BE49-F238E27FC236}">
                <a16:creationId xmlns:a16="http://schemas.microsoft.com/office/drawing/2014/main" id="{FA1686CA-6C92-4EA8-83CB-C754253E940D}"/>
              </a:ext>
            </a:extLst>
          </p:cNvPr>
          <p:cNvSpPr>
            <a:spLocks noGrp="1"/>
          </p:cNvSpPr>
          <p:nvPr>
            <p:ph type="body" sz="quarter" idx="45" hasCustomPrompt="1"/>
          </p:nvPr>
        </p:nvSpPr>
        <p:spPr>
          <a:xfrm>
            <a:off x="4744360" y="28174463"/>
            <a:ext cx="2635084" cy="277768"/>
          </a:xfrm>
          <a:noFill/>
        </p:spPr>
        <p:txBody>
          <a:bodyPr wrap="square" lIns="0" tIns="0" rIns="0" bIns="0">
            <a:spAutoFit/>
          </a:bodyPr>
          <a:lstStyle>
            <a:lvl1pPr>
              <a:defRPr sz="1900" b="1">
                <a:solidFill>
                  <a:schemeClr val="bg1"/>
                </a:solidFill>
              </a:defRPr>
            </a:lvl1pPr>
            <a:lvl2pPr marL="0" indent="0">
              <a:buNone/>
              <a:defRPr/>
            </a:lvl2pPr>
          </a:lstStyle>
          <a:p>
            <a:pPr lvl="0"/>
            <a:r>
              <a:rPr lang="en-US" dirty="0"/>
              <a:t>@researcher</a:t>
            </a:r>
          </a:p>
        </p:txBody>
      </p:sp>
      <p:sp>
        <p:nvSpPr>
          <p:cNvPr id="45" name="Content Placeholder 9">
            <a:extLst>
              <a:ext uri="{FF2B5EF4-FFF2-40B4-BE49-F238E27FC236}">
                <a16:creationId xmlns:a16="http://schemas.microsoft.com/office/drawing/2014/main" id="{D869CBBC-0917-4B87-97EB-5DBF0EA34E62}"/>
              </a:ext>
            </a:extLst>
          </p:cNvPr>
          <p:cNvSpPr>
            <a:spLocks noGrp="1"/>
          </p:cNvSpPr>
          <p:nvPr>
            <p:ph sz="quarter" idx="30" hasCustomPrompt="1"/>
          </p:nvPr>
        </p:nvSpPr>
        <p:spPr>
          <a:xfrm>
            <a:off x="14472438" y="16257324"/>
            <a:ext cx="6300000" cy="3776826"/>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8" name="Text Placeholder 3">
            <a:extLst>
              <a:ext uri="{FF2B5EF4-FFF2-40B4-BE49-F238E27FC236}">
                <a16:creationId xmlns:a16="http://schemas.microsoft.com/office/drawing/2014/main" id="{E93910CA-4BE7-4096-8149-1CFA5B6815B7}"/>
              </a:ext>
            </a:extLst>
          </p:cNvPr>
          <p:cNvSpPr>
            <a:spLocks noGrp="1"/>
          </p:cNvSpPr>
          <p:nvPr>
            <p:ph type="body" sz="quarter" idx="47" hasCustomPrompt="1"/>
          </p:nvPr>
        </p:nvSpPr>
        <p:spPr>
          <a:xfrm>
            <a:off x="14470020" y="14547028"/>
            <a:ext cx="63000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49" name="Text Placeholder 3">
            <a:extLst>
              <a:ext uri="{FF2B5EF4-FFF2-40B4-BE49-F238E27FC236}">
                <a16:creationId xmlns:a16="http://schemas.microsoft.com/office/drawing/2014/main" id="{8C680BC7-8038-4630-AFDD-C5B079ECB2D2}"/>
              </a:ext>
            </a:extLst>
          </p:cNvPr>
          <p:cNvSpPr>
            <a:spLocks noGrp="1"/>
          </p:cNvSpPr>
          <p:nvPr>
            <p:ph type="body" sz="quarter" idx="48" hasCustomPrompt="1"/>
          </p:nvPr>
        </p:nvSpPr>
        <p:spPr>
          <a:xfrm>
            <a:off x="14470020" y="15109140"/>
            <a:ext cx="6300000" cy="1148184"/>
          </a:xfrm>
          <a:gradFill flip="none" rotWithShape="1">
            <a:gsLst>
              <a:gs pos="0">
                <a:schemeClr val="accent1"/>
              </a:gs>
              <a:gs pos="85000">
                <a:srgbClr val="7A2884"/>
              </a:gs>
              <a:gs pos="100000">
                <a:srgbClr val="962A8B"/>
              </a:gs>
            </a:gsLst>
            <a:lin ang="0" scaled="1"/>
            <a:tileRect/>
          </a:gradFill>
        </p:spPr>
        <p:txBody>
          <a:bodyPr lIns="180000" tIns="90000" rIns="180000" bIns="90000" anchor="ctr">
            <a:noAutofit/>
          </a:bodyPr>
          <a:lstStyle>
            <a:lvl1pPr>
              <a:defRPr sz="2800" b="1">
                <a:solidFill>
                  <a:schemeClr val="bg1"/>
                </a:solidFill>
              </a:defRPr>
            </a:lvl1pPr>
            <a:lvl2pPr marL="0" indent="0">
              <a:buNone/>
              <a:defRPr/>
            </a:lvl2pPr>
          </a:lstStyle>
          <a:p>
            <a:pPr lvl="0"/>
            <a:r>
              <a:rPr lang="en-US" dirty="0"/>
              <a:t>[Feature text]</a:t>
            </a:r>
          </a:p>
        </p:txBody>
      </p:sp>
    </p:spTree>
    <p:extLst>
      <p:ext uri="{BB962C8B-B14F-4D97-AF65-F5344CB8AC3E}">
        <p14:creationId xmlns:p14="http://schemas.microsoft.com/office/powerpoint/2010/main" val="1909572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0692" y="539032"/>
            <a:ext cx="20090232" cy="707886"/>
          </a:xfrm>
          <a:prstGeom prst="rect">
            <a:avLst/>
          </a:prstGeom>
        </p:spPr>
        <p:txBody>
          <a:bodyPr vert="horz" lIns="0" tIns="0" rIns="0" bIns="0" rtlCol="0" anchor="t">
            <a:spAutoFit/>
          </a:bodyPr>
          <a:lstStyle/>
          <a:p>
            <a:r>
              <a:rPr lang="en-US" dirty="0"/>
              <a:t>[Title]</a:t>
            </a:r>
            <a:endParaRPr lang="en-AU" dirty="0"/>
          </a:p>
        </p:txBody>
      </p:sp>
      <p:sp>
        <p:nvSpPr>
          <p:cNvPr id="4" name="Text Placeholder 3">
            <a:extLst>
              <a:ext uri="{FF2B5EF4-FFF2-40B4-BE49-F238E27FC236}">
                <a16:creationId xmlns:a16="http://schemas.microsoft.com/office/drawing/2014/main" id="{BDF8D2AE-3583-4708-BD46-43C743300E11}"/>
              </a:ext>
            </a:extLst>
          </p:cNvPr>
          <p:cNvSpPr>
            <a:spLocks noGrp="1"/>
          </p:cNvSpPr>
          <p:nvPr>
            <p:ph type="body" idx="1"/>
          </p:nvPr>
        </p:nvSpPr>
        <p:spPr>
          <a:xfrm>
            <a:off x="610692" y="4048126"/>
            <a:ext cx="20161746" cy="23258462"/>
          </a:xfrm>
          <a:prstGeom prst="rect">
            <a:avLst/>
          </a:prstGeom>
        </p:spPr>
        <p:txBody>
          <a:bodyPr vert="horz" lIns="0" tIns="0" rIns="0" bIns="0" rtlCol="0">
            <a:norm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0" name="Footer Placeholder 9">
            <a:extLst>
              <a:ext uri="{FF2B5EF4-FFF2-40B4-BE49-F238E27FC236}">
                <a16:creationId xmlns:a16="http://schemas.microsoft.com/office/drawing/2014/main" id="{5AFA0A4D-1147-4515-879E-EFB1FC1999C9}"/>
              </a:ext>
            </a:extLst>
          </p:cNvPr>
          <p:cNvSpPr>
            <a:spLocks noGrp="1"/>
          </p:cNvSpPr>
          <p:nvPr>
            <p:ph type="ftr" sz="quarter" idx="3"/>
          </p:nvPr>
        </p:nvSpPr>
        <p:spPr>
          <a:xfrm>
            <a:off x="754064" y="29543973"/>
            <a:ext cx="7216775" cy="300232"/>
          </a:xfrm>
          <a:prstGeom prst="rect">
            <a:avLst/>
          </a:prstGeom>
        </p:spPr>
        <p:txBody>
          <a:bodyPr vert="horz" lIns="0" tIns="0" rIns="0" bIns="0" rtlCol="0" anchor="ctr"/>
          <a:lstStyle>
            <a:lvl1pPr algn="l">
              <a:defRPr sz="1200">
                <a:solidFill>
                  <a:schemeClr val="bg1"/>
                </a:solidFill>
              </a:defRPr>
            </a:lvl1pPr>
          </a:lstStyle>
          <a:p>
            <a:r>
              <a:rPr lang="en-AU"/>
              <a:t>CRICOS Provider Number 00025B</a:t>
            </a:r>
            <a:endParaRPr lang="en-AU" dirty="0"/>
          </a:p>
        </p:txBody>
      </p:sp>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650" r:id="rId1"/>
    <p:sldLayoutId id="2147483654" r:id="rId2"/>
    <p:sldLayoutId id="2147483655" r:id="rId3"/>
    <p:sldLayoutId id="2147483656" r:id="rId4"/>
    <p:sldLayoutId id="2147483657"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3302" rtl="0" eaLnBrk="1" latinLnBrk="0" hangingPunct="1">
        <a:lnSpc>
          <a:spcPct val="100000"/>
        </a:lnSpc>
        <a:spcBef>
          <a:spcPct val="0"/>
        </a:spcBef>
        <a:buNone/>
        <a:defRPr sz="4600" b="1" kern="1200">
          <a:solidFill>
            <a:schemeClr val="accent1"/>
          </a:solidFill>
          <a:latin typeface="+mj-lt"/>
          <a:ea typeface="+mj-ea"/>
          <a:cs typeface="+mj-cs"/>
        </a:defRPr>
      </a:lvl1pPr>
    </p:titleStyle>
    <p:bodyStyle>
      <a:lvl1pPr marL="0" indent="0" algn="l" defTabSz="913302" rtl="0" eaLnBrk="1" latinLnBrk="0" hangingPunct="1">
        <a:lnSpc>
          <a:spcPct val="95000"/>
        </a:lnSpc>
        <a:spcBef>
          <a:spcPts val="100"/>
        </a:spcBef>
        <a:spcAft>
          <a:spcPts val="100"/>
        </a:spcAft>
        <a:buClr>
          <a:schemeClr val="tx1"/>
        </a:buClr>
        <a:buFont typeface="+mj-lt"/>
        <a:buNone/>
        <a:defRPr lang="en-US" sz="1900" b="0" kern="1200" dirty="0">
          <a:solidFill>
            <a:schemeClr val="tx1"/>
          </a:solidFill>
          <a:latin typeface="+mn-lt"/>
          <a:ea typeface="+mn-ea"/>
          <a:cs typeface="+mn-cs"/>
        </a:defRPr>
      </a:lvl1pPr>
      <a:lvl2pPr marL="266700" indent="-266700" algn="l" defTabSz="913302" rtl="0" eaLnBrk="1" latinLnBrk="0" hangingPunct="1">
        <a:lnSpc>
          <a:spcPct val="95000"/>
        </a:lnSpc>
        <a:spcBef>
          <a:spcPts val="100"/>
        </a:spcBef>
        <a:spcAft>
          <a:spcPts val="100"/>
        </a:spcAft>
        <a:buClr>
          <a:schemeClr val="tx1"/>
        </a:buClr>
        <a:buFont typeface="Arial" panose="020B0604020202020204" pitchFamily="34" charset="0"/>
        <a:buChar char="•"/>
        <a:defRPr lang="en-US" sz="1900" b="0" kern="1200" dirty="0">
          <a:solidFill>
            <a:schemeClr val="tx1"/>
          </a:solidFill>
          <a:latin typeface="+mn-lt"/>
          <a:ea typeface="+mn-ea"/>
          <a:cs typeface="+mn-cs"/>
        </a:defRPr>
      </a:lvl2pPr>
      <a:lvl3pPr marL="542925" indent="-276225" algn="l" defTabSz="913302" rtl="0" eaLnBrk="1" latinLnBrk="0" hangingPunct="1">
        <a:lnSpc>
          <a:spcPct val="95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AU"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sz="2797" b="0" kern="120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sz="2797" b="0" kern="120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sz="2797" b="0" kern="1200">
          <a:solidFill>
            <a:schemeClr val="tx1"/>
          </a:solidFill>
          <a:latin typeface="+mn-lt"/>
          <a:ea typeface="+mn-ea"/>
          <a:cs typeface="+mn-cs"/>
        </a:defRPr>
      </a:lvl9pPr>
    </p:bodyStyle>
    <p:otherStyle>
      <a:defPPr>
        <a:defRPr lang="en-US"/>
      </a:defPPr>
      <a:lvl1pPr marL="0" algn="l" defTabSz="913302" rtl="0" eaLnBrk="1" latinLnBrk="0" hangingPunct="1">
        <a:defRPr sz="1798" kern="1200">
          <a:solidFill>
            <a:schemeClr val="tx1"/>
          </a:solidFill>
          <a:latin typeface="+mn-lt"/>
          <a:ea typeface="+mn-ea"/>
          <a:cs typeface="+mn-cs"/>
        </a:defRPr>
      </a:lvl1pPr>
      <a:lvl2pPr marL="456650" algn="l" defTabSz="913302" rtl="0" eaLnBrk="1" latinLnBrk="0" hangingPunct="1">
        <a:defRPr sz="1798" kern="1200">
          <a:solidFill>
            <a:schemeClr val="tx1"/>
          </a:solidFill>
          <a:latin typeface="+mn-lt"/>
          <a:ea typeface="+mn-ea"/>
          <a:cs typeface="+mn-cs"/>
        </a:defRPr>
      </a:lvl2pPr>
      <a:lvl3pPr marL="913302" algn="l" defTabSz="913302" rtl="0" eaLnBrk="1" latinLnBrk="0" hangingPunct="1">
        <a:defRPr sz="1798" kern="1200">
          <a:solidFill>
            <a:schemeClr val="tx1"/>
          </a:solidFill>
          <a:latin typeface="+mn-lt"/>
          <a:ea typeface="+mn-ea"/>
          <a:cs typeface="+mn-cs"/>
        </a:defRPr>
      </a:lvl3pPr>
      <a:lvl4pPr marL="1369952" algn="l" defTabSz="913302" rtl="0" eaLnBrk="1" latinLnBrk="0" hangingPunct="1">
        <a:defRPr sz="1798" kern="1200">
          <a:solidFill>
            <a:schemeClr val="tx1"/>
          </a:solidFill>
          <a:latin typeface="+mn-lt"/>
          <a:ea typeface="+mn-ea"/>
          <a:cs typeface="+mn-cs"/>
        </a:defRPr>
      </a:lvl4pPr>
      <a:lvl5pPr marL="1826602" algn="l" defTabSz="913302" rtl="0" eaLnBrk="1" latinLnBrk="0" hangingPunct="1">
        <a:defRPr sz="1798" kern="1200">
          <a:solidFill>
            <a:schemeClr val="tx1"/>
          </a:solidFill>
          <a:latin typeface="+mn-lt"/>
          <a:ea typeface="+mn-ea"/>
          <a:cs typeface="+mn-cs"/>
        </a:defRPr>
      </a:lvl5pPr>
      <a:lvl6pPr marL="2283254" algn="l" defTabSz="913302" rtl="0" eaLnBrk="1" latinLnBrk="0" hangingPunct="1">
        <a:defRPr sz="1798" kern="1200">
          <a:solidFill>
            <a:schemeClr val="tx1"/>
          </a:solidFill>
          <a:latin typeface="+mn-lt"/>
          <a:ea typeface="+mn-ea"/>
          <a:cs typeface="+mn-cs"/>
        </a:defRPr>
      </a:lvl6pPr>
      <a:lvl7pPr marL="2739904" algn="l" defTabSz="913302" rtl="0" eaLnBrk="1" latinLnBrk="0" hangingPunct="1">
        <a:defRPr sz="1798" kern="1200">
          <a:solidFill>
            <a:schemeClr val="tx1"/>
          </a:solidFill>
          <a:latin typeface="+mn-lt"/>
          <a:ea typeface="+mn-ea"/>
          <a:cs typeface="+mn-cs"/>
        </a:defRPr>
      </a:lvl7pPr>
      <a:lvl8pPr marL="3196556" algn="l" defTabSz="913302" rtl="0" eaLnBrk="1" latinLnBrk="0" hangingPunct="1">
        <a:defRPr sz="1798" kern="1200">
          <a:solidFill>
            <a:schemeClr val="tx1"/>
          </a:solidFill>
          <a:latin typeface="+mn-lt"/>
          <a:ea typeface="+mn-ea"/>
          <a:cs typeface="+mn-cs"/>
        </a:defRPr>
      </a:lvl8pPr>
      <a:lvl9pPr marL="3653206" algn="l" defTabSz="913302"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536" userDrawn="1">
          <p15:clr>
            <a:srgbClr val="F26B43"/>
          </p15:clr>
        </p15:guide>
        <p15:guide id="2" pos="6735" userDrawn="1">
          <p15:clr>
            <a:srgbClr val="F26B43"/>
          </p15:clr>
        </p15:guide>
        <p15:guide id="7" orient="horz" pos="2550" userDrawn="1">
          <p15:clr>
            <a:srgbClr val="F26B43"/>
          </p15:clr>
        </p15:guide>
        <p15:guide id="11" orient="horz" pos="17201" userDrawn="1">
          <p15:clr>
            <a:srgbClr val="F26B43"/>
          </p15:clr>
        </p15:guide>
        <p15:guide id="20" pos="13085" userDrawn="1">
          <p15:clr>
            <a:srgbClr val="F26B43"/>
          </p15:clr>
        </p15:guide>
        <p15:guide id="21" pos="385" userDrawn="1">
          <p15:clr>
            <a:srgbClr val="F26B43"/>
          </p15:clr>
        </p15:guide>
        <p15:guide id="22" orient="horz" pos="1774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jpg"/><Relationship Id="rId1" Type="http://schemas.openxmlformats.org/officeDocument/2006/relationships/slideLayout" Target="../slideLayouts/slideLayout4.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svg"/><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65" descr="A close-up of bones&#10;&#10;AI-generated content may be incorrect.">
            <a:extLst>
              <a:ext uri="{FF2B5EF4-FFF2-40B4-BE49-F238E27FC236}">
                <a16:creationId xmlns:a16="http://schemas.microsoft.com/office/drawing/2014/main" id="{081D00AE-B0F3-6F07-F14D-13D0DC1CBDA6}"/>
              </a:ext>
            </a:extLst>
          </p:cNvPr>
          <p:cNvPicPr>
            <a:picLocks noChangeAspect="1"/>
          </p:cNvPicPr>
          <p:nvPr/>
        </p:nvPicPr>
        <p:blipFill>
          <a:blip r:embed="rId2"/>
          <a:srcRect l="52694" r="20742"/>
          <a:stretch>
            <a:fillRect/>
          </a:stretch>
        </p:blipFill>
        <p:spPr>
          <a:xfrm rot="5400000">
            <a:off x="9495779" y="22097671"/>
            <a:ext cx="1440158" cy="3613497"/>
          </a:xfrm>
          <a:prstGeom prst="rect">
            <a:avLst/>
          </a:prstGeom>
        </p:spPr>
      </p:pic>
      <p:sp>
        <p:nvSpPr>
          <p:cNvPr id="9" name="Text Placeholder 8">
            <a:extLst>
              <a:ext uri="{FF2B5EF4-FFF2-40B4-BE49-F238E27FC236}">
                <a16:creationId xmlns:a16="http://schemas.microsoft.com/office/drawing/2014/main" id="{3F32CC1D-531A-4365-B884-1E66F9D30ED7}"/>
              </a:ext>
            </a:extLst>
          </p:cNvPr>
          <p:cNvSpPr>
            <a:spLocks noGrp="1"/>
          </p:cNvSpPr>
          <p:nvPr>
            <p:ph type="body" sz="quarter" idx="26"/>
          </p:nvPr>
        </p:nvSpPr>
        <p:spPr>
          <a:xfrm>
            <a:off x="574942" y="4116684"/>
            <a:ext cx="6299200" cy="634880"/>
          </a:xfrm>
        </p:spPr>
        <p:txBody>
          <a:bodyPr/>
          <a:lstStyle/>
          <a:p>
            <a:r>
              <a:rPr lang="en-AU" sz="3000" dirty="0"/>
              <a:t>Ancestral Trait Reconstruction</a:t>
            </a:r>
          </a:p>
        </p:txBody>
      </p:sp>
      <p:sp>
        <p:nvSpPr>
          <p:cNvPr id="17" name="Text Placeholder 16">
            <a:extLst>
              <a:ext uri="{FF2B5EF4-FFF2-40B4-BE49-F238E27FC236}">
                <a16:creationId xmlns:a16="http://schemas.microsoft.com/office/drawing/2014/main" id="{7818EFA3-D9D6-4BFA-8C43-56556CD5A96E}"/>
              </a:ext>
            </a:extLst>
          </p:cNvPr>
          <p:cNvSpPr>
            <a:spLocks noGrp="1"/>
          </p:cNvSpPr>
          <p:nvPr>
            <p:ph type="body" sz="quarter" idx="37"/>
          </p:nvPr>
        </p:nvSpPr>
        <p:spPr>
          <a:xfrm>
            <a:off x="13862791" y="12588262"/>
            <a:ext cx="6299200" cy="634880"/>
          </a:xfrm>
        </p:spPr>
        <p:txBody>
          <a:bodyPr/>
          <a:lstStyle/>
          <a:p>
            <a:r>
              <a:rPr lang="en-AU" sz="3000" dirty="0"/>
              <a:t>Diffusion Bridges</a:t>
            </a:r>
          </a:p>
        </p:txBody>
      </p:sp>
      <p:sp>
        <p:nvSpPr>
          <p:cNvPr id="22" name="Text Placeholder 21">
            <a:extLst>
              <a:ext uri="{FF2B5EF4-FFF2-40B4-BE49-F238E27FC236}">
                <a16:creationId xmlns:a16="http://schemas.microsoft.com/office/drawing/2014/main" id="{EF49B888-E315-4D01-961A-59D1774FA774}"/>
              </a:ext>
            </a:extLst>
          </p:cNvPr>
          <p:cNvSpPr>
            <a:spLocks noGrp="1"/>
          </p:cNvSpPr>
          <p:nvPr>
            <p:ph type="body" sz="quarter" idx="43"/>
          </p:nvPr>
        </p:nvSpPr>
        <p:spPr>
          <a:xfrm>
            <a:off x="1041040" y="28527189"/>
            <a:ext cx="3185292" cy="277768"/>
          </a:xfrm>
        </p:spPr>
        <p:txBody>
          <a:bodyPr/>
          <a:lstStyle/>
          <a:p>
            <a:r>
              <a:rPr lang="en-AU" dirty="0"/>
              <a:t>r.elsongreen@uq.edu.au</a:t>
            </a:r>
          </a:p>
        </p:txBody>
      </p:sp>
      <p:sp>
        <p:nvSpPr>
          <p:cNvPr id="28" name="TextBox 27">
            <a:extLst>
              <a:ext uri="{FF2B5EF4-FFF2-40B4-BE49-F238E27FC236}">
                <a16:creationId xmlns:a16="http://schemas.microsoft.com/office/drawing/2014/main" id="{3C44C80F-D359-453C-B117-A6F21F92796A}"/>
              </a:ext>
            </a:extLst>
          </p:cNvPr>
          <p:cNvSpPr txBox="1"/>
          <p:nvPr/>
        </p:nvSpPr>
        <p:spPr>
          <a:xfrm>
            <a:off x="4744360" y="28504186"/>
            <a:ext cx="1152560" cy="292388"/>
          </a:xfrm>
          <a:prstGeom prst="rect">
            <a:avLst/>
          </a:prstGeom>
          <a:noFill/>
        </p:spPr>
        <p:txBody>
          <a:bodyPr wrap="none" lIns="0" tIns="0" rIns="0" bIns="0" rtlCol="0">
            <a:spAutoFit/>
          </a:bodyPr>
          <a:lstStyle/>
          <a:p>
            <a:r>
              <a:rPr lang="en-AU" sz="1900" b="1" dirty="0" err="1">
                <a:solidFill>
                  <a:schemeClr val="accent1"/>
                </a:solidFill>
              </a:rPr>
              <a:t>uq.edu.au</a:t>
            </a:r>
            <a:endParaRPr lang="en-AU" sz="1900" b="1" dirty="0">
              <a:solidFill>
                <a:schemeClr val="accent1"/>
              </a:solidFill>
            </a:endParaRPr>
          </a:p>
        </p:txBody>
      </p:sp>
      <p:pic>
        <p:nvPicPr>
          <p:cNvPr id="34" name="Graphic 33">
            <a:extLst>
              <a:ext uri="{FF2B5EF4-FFF2-40B4-BE49-F238E27FC236}">
                <a16:creationId xmlns:a16="http://schemas.microsoft.com/office/drawing/2014/main" id="{41601830-8F1A-4E53-8F3A-8F54ED223D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0692" y="28523780"/>
            <a:ext cx="266700" cy="266700"/>
          </a:xfrm>
          <a:prstGeom prst="rect">
            <a:avLst/>
          </a:prstGeom>
        </p:spPr>
      </p:pic>
      <p:pic>
        <p:nvPicPr>
          <p:cNvPr id="37" name="Graphic 36">
            <a:extLst>
              <a:ext uri="{FF2B5EF4-FFF2-40B4-BE49-F238E27FC236}">
                <a16:creationId xmlns:a16="http://schemas.microsoft.com/office/drawing/2014/main" id="{E3CB2876-5D01-4B29-9C1F-FF64445435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55108" y="28544806"/>
            <a:ext cx="266700" cy="266700"/>
          </a:xfrm>
          <a:prstGeom prst="rect">
            <a:avLst/>
          </a:prstGeom>
        </p:spPr>
      </p:pic>
      <p:sp>
        <p:nvSpPr>
          <p:cNvPr id="26" name="Footer Placeholder 15">
            <a:extLst>
              <a:ext uri="{FF2B5EF4-FFF2-40B4-BE49-F238E27FC236}">
                <a16:creationId xmlns:a16="http://schemas.microsoft.com/office/drawing/2014/main" id="{880F50FD-250C-15DB-D2EE-BE08BDC9A177}"/>
              </a:ext>
            </a:extLst>
          </p:cNvPr>
          <p:cNvSpPr txBox="1">
            <a:spLocks/>
          </p:cNvSpPr>
          <p:nvPr/>
        </p:nvSpPr>
        <p:spPr>
          <a:xfrm rot="16200000">
            <a:off x="19766315" y="26144405"/>
            <a:ext cx="2172776" cy="165365"/>
          </a:xfrm>
          <a:prstGeom prst="rect">
            <a:avLst/>
          </a:prstGeom>
        </p:spPr>
        <p:txBody>
          <a:bodyPr/>
          <a:lstStyle>
            <a:defPPr>
              <a:defRPr lang="en-US"/>
            </a:defPPr>
            <a:lvl1pPr marL="0" algn="l" defTabSz="2479578" rtl="0" eaLnBrk="1" latinLnBrk="0" hangingPunct="1">
              <a:defRPr sz="4881" kern="1200">
                <a:solidFill>
                  <a:schemeClr val="tx1"/>
                </a:solidFill>
                <a:latin typeface="+mn-lt"/>
                <a:ea typeface="+mn-ea"/>
                <a:cs typeface="+mn-cs"/>
              </a:defRPr>
            </a:lvl1pPr>
            <a:lvl2pPr marL="1239789" algn="l" defTabSz="2479578" rtl="0" eaLnBrk="1" latinLnBrk="0" hangingPunct="1">
              <a:defRPr sz="4881" kern="1200">
                <a:solidFill>
                  <a:schemeClr val="tx1"/>
                </a:solidFill>
                <a:latin typeface="+mn-lt"/>
                <a:ea typeface="+mn-ea"/>
                <a:cs typeface="+mn-cs"/>
              </a:defRPr>
            </a:lvl2pPr>
            <a:lvl3pPr marL="2479578" algn="l" defTabSz="2479578" rtl="0" eaLnBrk="1" latinLnBrk="0" hangingPunct="1">
              <a:defRPr sz="4881" kern="1200">
                <a:solidFill>
                  <a:schemeClr val="tx1"/>
                </a:solidFill>
                <a:latin typeface="+mn-lt"/>
                <a:ea typeface="+mn-ea"/>
                <a:cs typeface="+mn-cs"/>
              </a:defRPr>
            </a:lvl3pPr>
            <a:lvl4pPr marL="3719368" algn="l" defTabSz="2479578" rtl="0" eaLnBrk="1" latinLnBrk="0" hangingPunct="1">
              <a:defRPr sz="4881" kern="1200">
                <a:solidFill>
                  <a:schemeClr val="tx1"/>
                </a:solidFill>
                <a:latin typeface="+mn-lt"/>
                <a:ea typeface="+mn-ea"/>
                <a:cs typeface="+mn-cs"/>
              </a:defRPr>
            </a:lvl4pPr>
            <a:lvl5pPr marL="4959157" algn="l" defTabSz="2479578" rtl="0" eaLnBrk="1" latinLnBrk="0" hangingPunct="1">
              <a:defRPr sz="4881" kern="1200">
                <a:solidFill>
                  <a:schemeClr val="tx1"/>
                </a:solidFill>
                <a:latin typeface="+mn-lt"/>
                <a:ea typeface="+mn-ea"/>
                <a:cs typeface="+mn-cs"/>
              </a:defRPr>
            </a:lvl5pPr>
            <a:lvl6pPr marL="6198946" algn="l" defTabSz="2479578" rtl="0" eaLnBrk="1" latinLnBrk="0" hangingPunct="1">
              <a:defRPr sz="4881" kern="1200">
                <a:solidFill>
                  <a:schemeClr val="tx1"/>
                </a:solidFill>
                <a:latin typeface="+mn-lt"/>
                <a:ea typeface="+mn-ea"/>
                <a:cs typeface="+mn-cs"/>
              </a:defRPr>
            </a:lvl6pPr>
            <a:lvl7pPr marL="7438735" algn="l" defTabSz="2479578" rtl="0" eaLnBrk="1" latinLnBrk="0" hangingPunct="1">
              <a:defRPr sz="4881" kern="1200">
                <a:solidFill>
                  <a:schemeClr val="tx1"/>
                </a:solidFill>
                <a:latin typeface="+mn-lt"/>
                <a:ea typeface="+mn-ea"/>
                <a:cs typeface="+mn-cs"/>
              </a:defRPr>
            </a:lvl7pPr>
            <a:lvl8pPr marL="8678525" algn="l" defTabSz="2479578" rtl="0" eaLnBrk="1" latinLnBrk="0" hangingPunct="1">
              <a:defRPr sz="4881" kern="1200">
                <a:solidFill>
                  <a:schemeClr val="tx1"/>
                </a:solidFill>
                <a:latin typeface="+mn-lt"/>
                <a:ea typeface="+mn-ea"/>
                <a:cs typeface="+mn-cs"/>
              </a:defRPr>
            </a:lvl8pPr>
            <a:lvl9pPr marL="9918314" algn="l" defTabSz="2479578" rtl="0" eaLnBrk="1" latinLnBrk="0" hangingPunct="1">
              <a:defRPr sz="4881" kern="1200">
                <a:solidFill>
                  <a:schemeClr val="tx1"/>
                </a:solidFill>
                <a:latin typeface="+mn-lt"/>
                <a:ea typeface="+mn-ea"/>
                <a:cs typeface="+mn-cs"/>
              </a:defRPr>
            </a:lvl9pPr>
          </a:lstStyle>
          <a:p>
            <a:r>
              <a:rPr lang="en-AU" sz="900" dirty="0"/>
              <a:t>CRICOS 00025B • TEQSA PRV12080 </a:t>
            </a:r>
          </a:p>
        </p:txBody>
      </p:sp>
      <p:sp>
        <p:nvSpPr>
          <p:cNvPr id="100" name="Content Placeholder 99">
            <a:extLst>
              <a:ext uri="{FF2B5EF4-FFF2-40B4-BE49-F238E27FC236}">
                <a16:creationId xmlns:a16="http://schemas.microsoft.com/office/drawing/2014/main" id="{93E92B0F-1680-7148-7DA1-2D57ABA8BEE9}"/>
              </a:ext>
            </a:extLst>
          </p:cNvPr>
          <p:cNvSpPr>
            <a:spLocks noGrp="1"/>
          </p:cNvSpPr>
          <p:nvPr>
            <p:ph sz="quarter" idx="36"/>
          </p:nvPr>
        </p:nvSpPr>
        <p:spPr>
          <a:xfrm>
            <a:off x="676337" y="4645441"/>
            <a:ext cx="5911019" cy="7583497"/>
          </a:xfrm>
        </p:spPr>
        <p:txBody>
          <a:bodyPr>
            <a:noAutofit/>
          </a:bodyPr>
          <a:lstStyle/>
          <a:p>
            <a:r>
              <a:rPr lang="en-AU" sz="2000" dirty="0"/>
              <a:t>Ancestral Trait Reconstruction (ATR) is the process of reconstructing historical trait values of unknown ancestor species, in relation to some phylogenetic tree, such as the one seen in </a:t>
            </a:r>
            <a:r>
              <a:rPr lang="en-AU" sz="2000" i="1" dirty="0"/>
              <a:t>Figure 2</a:t>
            </a:r>
            <a:r>
              <a:rPr lang="en-AU" sz="2000" dirty="0"/>
              <a:t> this relies on a fundamental idea; Species that are closely related are likely to have more similar trait values than those that are further apart</a:t>
            </a:r>
            <a:r>
              <a:rPr lang="en-AU" sz="2000" baseline="30000" dirty="0"/>
              <a:t>1</a:t>
            </a:r>
            <a:r>
              <a:rPr lang="en-AU" sz="2000" dirty="0"/>
              <a:t>. However properly accounting for this shared history, and other ecological factors has been a major struggle for evolutionary biologists for almost 50 years, as there is a significant loss in statistical convenience when working with non-independent data.</a:t>
            </a:r>
          </a:p>
          <a:p>
            <a:r>
              <a:rPr lang="en-AU" sz="2000" dirty="0"/>
              <a:t>Historically this problem is avoided, by using normally distributed Stochastic Differential Equations (SDEs) such as Brownian Motion (BM) or Ornstein-</a:t>
            </a:r>
            <a:r>
              <a:rPr lang="en-AU" sz="2000" dirty="0" err="1"/>
              <a:t>Uhlenbeck</a:t>
            </a:r>
            <a:r>
              <a:rPr lang="en-AU" sz="2000" dirty="0"/>
              <a:t> Processes (OU) as the underlying model of evolution. We wish to remedy this by extending these processes to take non-independence into account. This will allow us to more accurately model evolutionary processes and include additional parameters that may be incredibly useful such as ecological or environmental factors that change between time and species. Additionally, we aim to allow for better multivariate methods to more accurately model within-species correlations</a:t>
            </a:r>
          </a:p>
        </p:txBody>
      </p:sp>
      <p:sp>
        <p:nvSpPr>
          <p:cNvPr id="115" name="Text Placeholder 27">
            <a:extLst>
              <a:ext uri="{FF2B5EF4-FFF2-40B4-BE49-F238E27FC236}">
                <a16:creationId xmlns:a16="http://schemas.microsoft.com/office/drawing/2014/main" id="{4E7EAB6D-FCBA-3A81-7D0D-1B8C25530EE2}"/>
              </a:ext>
            </a:extLst>
          </p:cNvPr>
          <p:cNvSpPr txBox="1">
            <a:spLocks/>
          </p:cNvSpPr>
          <p:nvPr/>
        </p:nvSpPr>
        <p:spPr>
          <a:xfrm>
            <a:off x="610692" y="2699272"/>
            <a:ext cx="20160000" cy="276999"/>
          </a:xfrm>
          <a:prstGeom prst="rect">
            <a:avLst/>
          </a:prstGeom>
        </p:spPr>
        <p:txBody>
          <a:bodyPr vert="horz" lIns="0" tIns="0" rIns="0" bIns="0" rtlCol="0">
            <a:spAutoFit/>
          </a:bodyPr>
          <a:lstStyle>
            <a:lvl1pPr marL="0" indent="0" algn="l" defTabSz="913302" rtl="0" eaLnBrk="1" latinLnBrk="0" hangingPunct="1">
              <a:lnSpc>
                <a:spcPct val="100000"/>
              </a:lnSpc>
              <a:spcBef>
                <a:spcPts val="300"/>
              </a:spcBef>
              <a:spcAft>
                <a:spcPts val="300"/>
              </a:spcAft>
              <a:buClr>
                <a:schemeClr val="tx1"/>
              </a:buClr>
              <a:buFont typeface="+mj-lt"/>
              <a:buNone/>
              <a:defRPr lang="en-US" sz="1800" b="0" i="0" kern="1200" baseline="0" dirty="0">
                <a:solidFill>
                  <a:schemeClr val="bg1"/>
                </a:solidFill>
                <a:latin typeface="+mn-lt"/>
                <a:ea typeface="+mn-ea"/>
                <a:cs typeface="+mn-cs"/>
              </a:defRPr>
            </a:lvl1pPr>
            <a:lvl2pPr marL="266700" indent="-266700" algn="l" defTabSz="913302" rtl="0" eaLnBrk="1" latinLnBrk="0" hangingPunct="1">
              <a:lnSpc>
                <a:spcPct val="95000"/>
              </a:lnSpc>
              <a:spcBef>
                <a:spcPts val="100"/>
              </a:spcBef>
              <a:spcAft>
                <a:spcPts val="100"/>
              </a:spcAft>
              <a:buClr>
                <a:schemeClr val="tx1"/>
              </a:buClr>
              <a:buFont typeface="Arial" panose="020B0604020202020204" pitchFamily="34" charset="0"/>
              <a:buChar char="•"/>
              <a:defRPr lang="en-US" sz="1900" b="0" kern="1200" dirty="0">
                <a:solidFill>
                  <a:schemeClr val="tx1"/>
                </a:solidFill>
                <a:latin typeface="+mn-lt"/>
                <a:ea typeface="+mn-ea"/>
                <a:cs typeface="+mn-cs"/>
              </a:defRPr>
            </a:lvl2pPr>
            <a:lvl3pPr marL="542925" indent="-276225" algn="l" defTabSz="913302" rtl="0" eaLnBrk="1" latinLnBrk="0" hangingPunct="1">
              <a:lnSpc>
                <a:spcPct val="95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AU"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sz="2797" b="0" kern="120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sz="2797" b="0" kern="120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sz="2797" b="0" kern="1200">
                <a:solidFill>
                  <a:schemeClr val="tx1"/>
                </a:solidFill>
                <a:latin typeface="+mn-lt"/>
                <a:ea typeface="+mn-ea"/>
                <a:cs typeface="+mn-cs"/>
              </a:defRPr>
            </a:lvl9pPr>
          </a:lstStyle>
          <a:p>
            <a:r>
              <a:rPr lang="en-AU" baseline="30000"/>
              <a:t>1</a:t>
            </a:r>
            <a:r>
              <a:rPr lang="en-AU"/>
              <a:t> School of the Environment, The University of Queensland, St Lucia, QLD, Australia</a:t>
            </a:r>
          </a:p>
        </p:txBody>
      </p:sp>
      <p:sp>
        <p:nvSpPr>
          <p:cNvPr id="116" name="Title 25">
            <a:extLst>
              <a:ext uri="{FF2B5EF4-FFF2-40B4-BE49-F238E27FC236}">
                <a16:creationId xmlns:a16="http://schemas.microsoft.com/office/drawing/2014/main" id="{13DB8368-F533-25B6-AEB4-CFD339502DD7}"/>
              </a:ext>
            </a:extLst>
          </p:cNvPr>
          <p:cNvSpPr>
            <a:spLocks noGrp="1"/>
          </p:cNvSpPr>
          <p:nvPr>
            <p:ph type="title"/>
          </p:nvPr>
        </p:nvSpPr>
        <p:spPr>
          <a:xfrm>
            <a:off x="610692" y="539032"/>
            <a:ext cx="20160000" cy="1415772"/>
          </a:xfrm>
        </p:spPr>
        <p:txBody>
          <a:bodyPr/>
          <a:lstStyle/>
          <a:p>
            <a:r>
              <a:rPr lang="en-AU" dirty="0"/>
              <a:t>We’ll Cross That Bridge When We Get There: Ancestral Trait Reconstruction with Monte Carlo Diffusion Bridge Sampling </a:t>
            </a:r>
          </a:p>
        </p:txBody>
      </p:sp>
      <p:sp>
        <p:nvSpPr>
          <p:cNvPr id="117" name="Text Placeholder 28">
            <a:extLst>
              <a:ext uri="{FF2B5EF4-FFF2-40B4-BE49-F238E27FC236}">
                <a16:creationId xmlns:a16="http://schemas.microsoft.com/office/drawing/2014/main" id="{4B042ADF-060B-0A2F-7180-039C1C4345F5}"/>
              </a:ext>
            </a:extLst>
          </p:cNvPr>
          <p:cNvSpPr txBox="1">
            <a:spLocks/>
          </p:cNvSpPr>
          <p:nvPr/>
        </p:nvSpPr>
        <p:spPr>
          <a:xfrm>
            <a:off x="610692" y="2104159"/>
            <a:ext cx="20160000" cy="430887"/>
          </a:xfrm>
          <a:prstGeom prst="rect">
            <a:avLst/>
          </a:prstGeom>
        </p:spPr>
        <p:txBody>
          <a:bodyPr vert="horz" lIns="0" tIns="0" rIns="0" bIns="0" rtlCol="0" anchor="t">
            <a:spAutoFit/>
          </a:bodyPr>
          <a:lstStyle>
            <a:lvl1pPr marL="0" indent="0" algn="l" defTabSz="913302" rtl="0" eaLnBrk="1" latinLnBrk="0" hangingPunct="1">
              <a:lnSpc>
                <a:spcPct val="100000"/>
              </a:lnSpc>
              <a:spcBef>
                <a:spcPts val="0"/>
              </a:spcBef>
              <a:spcAft>
                <a:spcPts val="0"/>
              </a:spcAft>
              <a:buClr>
                <a:schemeClr val="tx1"/>
              </a:buClr>
              <a:buFont typeface="+mj-lt"/>
              <a:buNone/>
              <a:defRPr lang="en-US" sz="2800" b="1" kern="1200">
                <a:solidFill>
                  <a:schemeClr val="bg1"/>
                </a:solidFill>
                <a:latin typeface="+mn-lt"/>
                <a:ea typeface="+mn-ea"/>
                <a:cs typeface="+mn-cs"/>
              </a:defRPr>
            </a:lvl1pPr>
            <a:lvl2pPr marL="266700" indent="-266700" algn="l" defTabSz="913302" rtl="0" eaLnBrk="1" latinLnBrk="0" hangingPunct="1">
              <a:lnSpc>
                <a:spcPct val="95000"/>
              </a:lnSpc>
              <a:spcBef>
                <a:spcPts val="100"/>
              </a:spcBef>
              <a:spcAft>
                <a:spcPts val="100"/>
              </a:spcAft>
              <a:buClr>
                <a:schemeClr val="tx1"/>
              </a:buClr>
              <a:buFont typeface="Arial" panose="020B0604020202020204" pitchFamily="34" charset="0"/>
              <a:buChar char="•"/>
              <a:defRPr lang="en-US" sz="1900" b="0" kern="1200" dirty="0">
                <a:solidFill>
                  <a:schemeClr val="tx1"/>
                </a:solidFill>
                <a:latin typeface="+mn-lt"/>
                <a:ea typeface="+mn-ea"/>
                <a:cs typeface="+mn-cs"/>
              </a:defRPr>
            </a:lvl2pPr>
            <a:lvl3pPr marL="542925" indent="-276225" algn="l" defTabSz="913302" rtl="0" eaLnBrk="1" latinLnBrk="0" hangingPunct="1">
              <a:lnSpc>
                <a:spcPct val="95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AU"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sz="2797" b="0" kern="120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sz="2797" b="0" kern="120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sz="2797" b="0" kern="1200">
                <a:solidFill>
                  <a:schemeClr val="tx1"/>
                </a:solidFill>
                <a:latin typeface="+mn-lt"/>
                <a:ea typeface="+mn-ea"/>
                <a:cs typeface="+mn-cs"/>
              </a:defRPr>
            </a:lvl9pPr>
          </a:lstStyle>
          <a:p>
            <a:r>
              <a:rPr lang="en-AU" dirty="0"/>
              <a:t>Thea Elson-Green</a:t>
            </a:r>
            <a:r>
              <a:rPr lang="en-AU" baseline="30000" dirty="0"/>
              <a:t>1</a:t>
            </a:r>
            <a:r>
              <a:rPr lang="en-AU" dirty="0"/>
              <a:t>, Simone Blomberg</a:t>
            </a:r>
            <a:r>
              <a:rPr lang="en-AU" b="0" baseline="30000" dirty="0"/>
              <a:t>1</a:t>
            </a:r>
          </a:p>
        </p:txBody>
      </p:sp>
      <mc:AlternateContent xmlns:mc="http://schemas.openxmlformats.org/markup-compatibility/2006" xmlns:a14="http://schemas.microsoft.com/office/drawing/2010/main">
        <mc:Choice Requires="a14">
          <p:sp>
            <p:nvSpPr>
              <p:cNvPr id="125" name="Content Placeholder 124">
                <a:extLst>
                  <a:ext uri="{FF2B5EF4-FFF2-40B4-BE49-F238E27FC236}">
                    <a16:creationId xmlns:a16="http://schemas.microsoft.com/office/drawing/2014/main" id="{3960CEB2-576A-5EE3-6A96-B45A177E100B}"/>
                  </a:ext>
                </a:extLst>
              </p:cNvPr>
              <p:cNvSpPr>
                <a:spLocks noGrp="1"/>
              </p:cNvSpPr>
              <p:nvPr>
                <p:ph sz="quarter" idx="27"/>
              </p:nvPr>
            </p:nvSpPr>
            <p:spPr>
              <a:xfrm>
                <a:off x="13241819" y="13175867"/>
                <a:ext cx="6862944" cy="8412352"/>
              </a:xfrm>
            </p:spPr>
            <p:txBody>
              <a:bodyPr>
                <a:normAutofit fontScale="25000" lnSpcReduction="20000"/>
              </a:bodyPr>
              <a:lstStyle/>
              <a:p>
                <a:endParaRPr lang="en-AU" sz="8000" b="1" dirty="0"/>
              </a:p>
              <a:p>
                <a:r>
                  <a:rPr lang="en-AU" sz="8000" dirty="0"/>
                  <a:t>SDEs are differential equations containing some stochastic component with the general form</a:t>
                </a:r>
              </a:p>
              <a:p>
                <a:endParaRPr lang="en-AU" sz="9600" dirty="0"/>
              </a:p>
              <a:p>
                <a:pPr/>
                <a14:m>
                  <m:oMathPara xmlns:m="http://schemas.openxmlformats.org/officeDocument/2006/math">
                    <m:oMathParaPr>
                      <m:jc m:val="centerGroup"/>
                    </m:oMathParaPr>
                    <m:oMath xmlns:m="http://schemas.openxmlformats.org/officeDocument/2006/math">
                      <m:sSub>
                        <m:sSubPr>
                          <m:ctrlPr>
                            <a:rPr lang="en-AU" sz="9600" b="1" i="1">
                              <a:latin typeface="Cambria Math" panose="02040503050406030204" pitchFamily="18" charset="0"/>
                            </a:rPr>
                          </m:ctrlPr>
                        </m:sSubPr>
                        <m:e>
                          <m:r>
                            <a:rPr lang="en-AU" sz="9600" b="1" i="1">
                              <a:latin typeface="Cambria Math" panose="02040503050406030204" pitchFamily="18" charset="0"/>
                            </a:rPr>
                            <m:t>𝑿</m:t>
                          </m:r>
                        </m:e>
                        <m:sub>
                          <m:r>
                            <a:rPr lang="en-AU" sz="9600" b="1" i="1">
                              <a:latin typeface="Cambria Math" panose="02040503050406030204" pitchFamily="18" charset="0"/>
                            </a:rPr>
                            <m:t>𝒕</m:t>
                          </m:r>
                        </m:sub>
                      </m:sSub>
                      <m:r>
                        <a:rPr lang="en-AU" sz="9600" b="1" i="1">
                          <a:latin typeface="Cambria Math" panose="02040503050406030204" pitchFamily="18" charset="0"/>
                        </a:rPr>
                        <m:t>=</m:t>
                      </m:r>
                      <m:r>
                        <a:rPr lang="en-AU" sz="9600" b="1" i="1">
                          <a:latin typeface="Cambria Math" panose="02040503050406030204" pitchFamily="18" charset="0"/>
                        </a:rPr>
                        <m:t>𝒃</m:t>
                      </m:r>
                      <m:d>
                        <m:dPr>
                          <m:ctrlPr>
                            <a:rPr lang="en-AU" sz="9600" b="1" i="1">
                              <a:latin typeface="Cambria Math" panose="02040503050406030204" pitchFamily="18" charset="0"/>
                            </a:rPr>
                          </m:ctrlPr>
                        </m:dPr>
                        <m:e>
                          <m:sSub>
                            <m:sSubPr>
                              <m:ctrlPr>
                                <a:rPr lang="en-AU" sz="9600" b="1" i="1">
                                  <a:latin typeface="Cambria Math" panose="02040503050406030204" pitchFamily="18" charset="0"/>
                                </a:rPr>
                              </m:ctrlPr>
                            </m:sSubPr>
                            <m:e>
                              <m:r>
                                <a:rPr lang="en-AU" sz="9600" b="1" i="1">
                                  <a:latin typeface="Cambria Math" panose="02040503050406030204" pitchFamily="18" charset="0"/>
                                </a:rPr>
                                <m:t>𝑿</m:t>
                              </m:r>
                            </m:e>
                            <m:sub>
                              <m:r>
                                <a:rPr lang="en-AU" sz="9600" b="1" i="1">
                                  <a:latin typeface="Cambria Math" panose="02040503050406030204" pitchFamily="18" charset="0"/>
                                </a:rPr>
                                <m:t>𝒕</m:t>
                              </m:r>
                            </m:sub>
                          </m:sSub>
                          <m:r>
                            <a:rPr lang="en-AU" sz="9600" b="1" i="1">
                              <a:latin typeface="Cambria Math" panose="02040503050406030204" pitchFamily="18" charset="0"/>
                            </a:rPr>
                            <m:t>,</m:t>
                          </m:r>
                          <m:r>
                            <a:rPr lang="en-AU" sz="9600" b="1" i="1">
                              <a:latin typeface="Cambria Math" panose="02040503050406030204" pitchFamily="18" charset="0"/>
                            </a:rPr>
                            <m:t>𝒕</m:t>
                          </m:r>
                        </m:e>
                      </m:d>
                      <m:r>
                        <a:rPr lang="en-AU" sz="9600" b="1" i="1">
                          <a:latin typeface="Cambria Math" panose="02040503050406030204" pitchFamily="18" charset="0"/>
                        </a:rPr>
                        <m:t>𝒅𝒕</m:t>
                      </m:r>
                      <m:r>
                        <a:rPr lang="en-AU" sz="9600" b="1" i="1">
                          <a:latin typeface="Cambria Math" panose="02040503050406030204" pitchFamily="18" charset="0"/>
                        </a:rPr>
                        <m:t>+</m:t>
                      </m:r>
                      <m:r>
                        <a:rPr lang="en-AU" sz="9600" b="1" i="1">
                          <a:latin typeface="Cambria Math" panose="02040503050406030204" pitchFamily="18" charset="0"/>
                        </a:rPr>
                        <m:t>𝝈</m:t>
                      </m:r>
                      <m:d>
                        <m:dPr>
                          <m:ctrlPr>
                            <a:rPr lang="en-AU" sz="9600" b="1" i="1">
                              <a:latin typeface="Cambria Math" panose="02040503050406030204" pitchFamily="18" charset="0"/>
                            </a:rPr>
                          </m:ctrlPr>
                        </m:dPr>
                        <m:e>
                          <m:sSub>
                            <m:sSubPr>
                              <m:ctrlPr>
                                <a:rPr lang="en-AU" sz="9600" b="1" i="1">
                                  <a:latin typeface="Cambria Math" panose="02040503050406030204" pitchFamily="18" charset="0"/>
                                </a:rPr>
                              </m:ctrlPr>
                            </m:sSubPr>
                            <m:e>
                              <m:r>
                                <a:rPr lang="en-AU" sz="9600" b="1" i="1">
                                  <a:latin typeface="Cambria Math" panose="02040503050406030204" pitchFamily="18" charset="0"/>
                                </a:rPr>
                                <m:t>𝑿</m:t>
                              </m:r>
                            </m:e>
                            <m:sub>
                              <m:r>
                                <a:rPr lang="en-AU" sz="9600" b="1" i="1">
                                  <a:latin typeface="Cambria Math" panose="02040503050406030204" pitchFamily="18" charset="0"/>
                                </a:rPr>
                                <m:t>𝒕</m:t>
                              </m:r>
                            </m:sub>
                          </m:sSub>
                          <m:r>
                            <a:rPr lang="en-AU" sz="9600" b="1" i="1">
                              <a:latin typeface="Cambria Math" panose="02040503050406030204" pitchFamily="18" charset="0"/>
                            </a:rPr>
                            <m:t>,</m:t>
                          </m:r>
                          <m:r>
                            <a:rPr lang="en-AU" sz="9600" b="1" i="1">
                              <a:latin typeface="Cambria Math" panose="02040503050406030204" pitchFamily="18" charset="0"/>
                            </a:rPr>
                            <m:t>𝒕</m:t>
                          </m:r>
                        </m:e>
                      </m:d>
                      <m:r>
                        <a:rPr lang="en-AU" sz="9600" b="1" i="1">
                          <a:latin typeface="Cambria Math" panose="02040503050406030204" pitchFamily="18" charset="0"/>
                        </a:rPr>
                        <m:t>𝒅</m:t>
                      </m:r>
                      <m:sSub>
                        <m:sSubPr>
                          <m:ctrlPr>
                            <a:rPr lang="en-AU" sz="9600" b="1" i="1">
                              <a:latin typeface="Cambria Math" panose="02040503050406030204" pitchFamily="18" charset="0"/>
                            </a:rPr>
                          </m:ctrlPr>
                        </m:sSubPr>
                        <m:e>
                          <m:r>
                            <a:rPr lang="en-AU" sz="9600" b="1" i="1">
                              <a:latin typeface="Cambria Math" panose="02040503050406030204" pitchFamily="18" charset="0"/>
                            </a:rPr>
                            <m:t>𝑩</m:t>
                          </m:r>
                        </m:e>
                        <m:sub>
                          <m:r>
                            <a:rPr lang="en-AU" sz="9600" b="1" i="1">
                              <a:latin typeface="Cambria Math" panose="02040503050406030204" pitchFamily="18" charset="0"/>
                            </a:rPr>
                            <m:t>𝒕</m:t>
                          </m:r>
                        </m:sub>
                      </m:sSub>
                    </m:oMath>
                  </m:oMathPara>
                </a14:m>
                <a:endParaRPr lang="en-AU" sz="9600" b="1" dirty="0"/>
              </a:p>
              <a:p>
                <a:endParaRPr lang="en-AU" sz="8000" b="1" dirty="0"/>
              </a:p>
              <a:p>
                <a:r>
                  <a:rPr lang="en-AU" sz="8000" dirty="0"/>
                  <a:t>Where </a:t>
                </a:r>
                <a14:m>
                  <m:oMath xmlns:m="http://schemas.openxmlformats.org/officeDocument/2006/math">
                    <m:sSub>
                      <m:sSubPr>
                        <m:ctrlPr>
                          <a:rPr lang="en-AU" sz="8000" i="1" dirty="0">
                            <a:latin typeface="Cambria Math" panose="02040503050406030204" pitchFamily="18" charset="0"/>
                          </a:rPr>
                        </m:ctrlPr>
                      </m:sSubPr>
                      <m:e>
                        <m:r>
                          <a:rPr lang="en-AU" sz="8000" i="1" dirty="0">
                            <a:latin typeface="Cambria Math" panose="02040503050406030204" pitchFamily="18" charset="0"/>
                          </a:rPr>
                          <m:t>𝑋</m:t>
                        </m:r>
                      </m:e>
                      <m:sub>
                        <m:r>
                          <a:rPr lang="en-AU" sz="8000" i="1" dirty="0">
                            <a:latin typeface="Cambria Math" panose="02040503050406030204" pitchFamily="18" charset="0"/>
                          </a:rPr>
                          <m:t>𝑡</m:t>
                        </m:r>
                      </m:sub>
                    </m:sSub>
                  </m:oMath>
                </a14:m>
                <a:r>
                  <a:rPr lang="en-AU" sz="8000" dirty="0"/>
                  <a:t> is the value of the trait at time </a:t>
                </a:r>
                <a14:m>
                  <m:oMath xmlns:m="http://schemas.openxmlformats.org/officeDocument/2006/math">
                    <m:r>
                      <a:rPr lang="en-AU" sz="8000" i="1" dirty="0">
                        <a:latin typeface="Cambria Math" panose="02040503050406030204" pitchFamily="18" charset="0"/>
                      </a:rPr>
                      <m:t>𝑡</m:t>
                    </m:r>
                  </m:oMath>
                </a14:m>
                <a:r>
                  <a:rPr lang="en-AU" sz="8000" dirty="0"/>
                  <a:t>, </a:t>
                </a:r>
                <a14:m>
                  <m:oMath xmlns:m="http://schemas.openxmlformats.org/officeDocument/2006/math">
                    <m:r>
                      <a:rPr lang="en-AU" sz="8000" i="1" dirty="0">
                        <a:latin typeface="Cambria Math" panose="02040503050406030204" pitchFamily="18" charset="0"/>
                      </a:rPr>
                      <m:t>𝑏</m:t>
                    </m:r>
                    <m:d>
                      <m:dPr>
                        <m:ctrlPr>
                          <a:rPr lang="en-AU" sz="8000" i="1" dirty="0">
                            <a:latin typeface="Cambria Math" panose="02040503050406030204" pitchFamily="18" charset="0"/>
                          </a:rPr>
                        </m:ctrlPr>
                      </m:dPr>
                      <m:e>
                        <m:sSub>
                          <m:sSubPr>
                            <m:ctrlPr>
                              <a:rPr lang="en-AU" sz="8000" i="1" dirty="0">
                                <a:latin typeface="Cambria Math" panose="02040503050406030204" pitchFamily="18" charset="0"/>
                              </a:rPr>
                            </m:ctrlPr>
                          </m:sSubPr>
                          <m:e>
                            <m:r>
                              <a:rPr lang="en-AU" sz="8000" i="1" dirty="0">
                                <a:latin typeface="Cambria Math" panose="02040503050406030204" pitchFamily="18" charset="0"/>
                              </a:rPr>
                              <m:t>𝑋</m:t>
                            </m:r>
                          </m:e>
                          <m:sub>
                            <m:r>
                              <a:rPr lang="en-AU" sz="8000" i="1" dirty="0">
                                <a:latin typeface="Cambria Math" panose="02040503050406030204" pitchFamily="18" charset="0"/>
                              </a:rPr>
                              <m:t>𝑡</m:t>
                            </m:r>
                          </m:sub>
                        </m:sSub>
                        <m:r>
                          <a:rPr lang="en-AU" sz="8000" i="1" dirty="0">
                            <a:latin typeface="Cambria Math" panose="02040503050406030204" pitchFamily="18" charset="0"/>
                          </a:rPr>
                          <m:t>,</m:t>
                        </m:r>
                        <m:r>
                          <a:rPr lang="en-AU" sz="8000" i="1" dirty="0">
                            <a:latin typeface="Cambria Math" panose="02040503050406030204" pitchFamily="18" charset="0"/>
                          </a:rPr>
                          <m:t>𝑡</m:t>
                        </m:r>
                      </m:e>
                    </m:d>
                  </m:oMath>
                </a14:m>
                <a:r>
                  <a:rPr lang="en-AU" sz="8000" dirty="0"/>
                  <a:t> is  termed the drift of the process and makes up the deterministic part of the equation, </a:t>
                </a:r>
                <a14:m>
                  <m:oMath xmlns:m="http://schemas.openxmlformats.org/officeDocument/2006/math">
                    <m:r>
                      <a:rPr lang="en-AU" sz="8000" i="1" dirty="0">
                        <a:latin typeface="Cambria Math" panose="02040503050406030204" pitchFamily="18" charset="0"/>
                      </a:rPr>
                      <m:t>𝜎</m:t>
                    </m:r>
                    <m:d>
                      <m:dPr>
                        <m:ctrlPr>
                          <a:rPr lang="en-AU" sz="8000" i="1" dirty="0">
                            <a:latin typeface="Cambria Math" panose="02040503050406030204" pitchFamily="18" charset="0"/>
                          </a:rPr>
                        </m:ctrlPr>
                      </m:dPr>
                      <m:e>
                        <m:sSub>
                          <m:sSubPr>
                            <m:ctrlPr>
                              <a:rPr lang="en-AU" sz="8000" i="1" dirty="0">
                                <a:latin typeface="Cambria Math" panose="02040503050406030204" pitchFamily="18" charset="0"/>
                              </a:rPr>
                            </m:ctrlPr>
                          </m:sSubPr>
                          <m:e>
                            <m:r>
                              <a:rPr lang="en-AU" sz="8000" i="1" dirty="0">
                                <a:latin typeface="Cambria Math" panose="02040503050406030204" pitchFamily="18" charset="0"/>
                              </a:rPr>
                              <m:t>𝑋</m:t>
                            </m:r>
                          </m:e>
                          <m:sub>
                            <m:r>
                              <a:rPr lang="en-AU" sz="8000" i="1" dirty="0">
                                <a:latin typeface="Cambria Math" panose="02040503050406030204" pitchFamily="18" charset="0"/>
                              </a:rPr>
                              <m:t>𝑡</m:t>
                            </m:r>
                          </m:sub>
                        </m:sSub>
                        <m:r>
                          <a:rPr lang="en-AU" sz="8000" i="1" dirty="0">
                            <a:latin typeface="Cambria Math" panose="02040503050406030204" pitchFamily="18" charset="0"/>
                          </a:rPr>
                          <m:t>,</m:t>
                        </m:r>
                        <m:r>
                          <a:rPr lang="en-AU" sz="8000" i="1" dirty="0">
                            <a:latin typeface="Cambria Math" panose="02040503050406030204" pitchFamily="18" charset="0"/>
                          </a:rPr>
                          <m:t>𝑡</m:t>
                        </m:r>
                      </m:e>
                    </m:d>
                  </m:oMath>
                </a14:m>
                <a:r>
                  <a:rPr lang="en-AU" sz="8000" dirty="0"/>
                  <a:t> is termed the “diffusion” function and differentiated with respect to </a:t>
                </a:r>
                <a14:m>
                  <m:oMath xmlns:m="http://schemas.openxmlformats.org/officeDocument/2006/math">
                    <m:r>
                      <a:rPr lang="en-AU" sz="8000" i="1" dirty="0">
                        <a:latin typeface="Cambria Math" panose="02040503050406030204" pitchFamily="18" charset="0"/>
                      </a:rPr>
                      <m:t>𝐵</m:t>
                    </m:r>
                    <m:d>
                      <m:dPr>
                        <m:ctrlPr>
                          <a:rPr lang="en-AU" sz="8000" i="1" dirty="0">
                            <a:latin typeface="Cambria Math" panose="02040503050406030204" pitchFamily="18" charset="0"/>
                          </a:rPr>
                        </m:ctrlPr>
                      </m:dPr>
                      <m:e>
                        <m:r>
                          <a:rPr lang="en-AU" sz="8000" i="1" dirty="0">
                            <a:latin typeface="Cambria Math" panose="02040503050406030204" pitchFamily="18" charset="0"/>
                          </a:rPr>
                          <m:t>𝑡</m:t>
                        </m:r>
                      </m:e>
                    </m:d>
                  </m:oMath>
                </a14:m>
                <a:r>
                  <a:rPr lang="en-AU" sz="8000" dirty="0"/>
                  <a:t> (Brownian Motion) and accounts for the stochastic component</a:t>
                </a:r>
                <a:r>
                  <a:rPr lang="en-AU" sz="8000" baseline="30000" dirty="0"/>
                  <a:t>2</a:t>
                </a:r>
                <a:r>
                  <a:rPr lang="en-AU" sz="8000" dirty="0"/>
                  <a:t>.</a:t>
                </a:r>
              </a:p>
              <a:p>
                <a:pPr/>
                <a14:m>
                  <m:oMathPara xmlns:m="http://schemas.openxmlformats.org/officeDocument/2006/math">
                    <m:oMathParaPr>
                      <m:jc m:val="centerGroup"/>
                    </m:oMathParaPr>
                    <m:oMath xmlns:m="http://schemas.openxmlformats.org/officeDocument/2006/math">
                      <m:sSub>
                        <m:sSubPr>
                          <m:ctrlPr>
                            <a:rPr lang="en-AU" sz="9600" b="1" i="1">
                              <a:latin typeface="Cambria Math" panose="02040503050406030204" pitchFamily="18" charset="0"/>
                            </a:rPr>
                          </m:ctrlPr>
                        </m:sSubPr>
                        <m:e>
                          <m:r>
                            <a:rPr lang="en-AU" sz="9600" b="1" i="1">
                              <a:latin typeface="Cambria Math" panose="02040503050406030204" pitchFamily="18" charset="0"/>
                            </a:rPr>
                            <m:t>𝑿</m:t>
                          </m:r>
                        </m:e>
                        <m:sub>
                          <m:r>
                            <a:rPr lang="en-AU" sz="9600" b="1" i="1">
                              <a:latin typeface="Cambria Math" panose="02040503050406030204" pitchFamily="18" charset="0"/>
                            </a:rPr>
                            <m:t>𝒕</m:t>
                          </m:r>
                        </m:sub>
                      </m:sSub>
                      <m:r>
                        <a:rPr lang="en-AU" sz="9600" b="1" i="1">
                          <a:latin typeface="Cambria Math" panose="02040503050406030204" pitchFamily="18" charset="0"/>
                        </a:rPr>
                        <m:t>=</m:t>
                      </m:r>
                      <m:r>
                        <a:rPr lang="en-AU" sz="9600" b="1" i="1">
                          <a:latin typeface="Cambria Math" panose="02040503050406030204" pitchFamily="18" charset="0"/>
                        </a:rPr>
                        <m:t>𝝈</m:t>
                      </m:r>
                      <m:r>
                        <a:rPr lang="en-AU" sz="9600" b="1" i="1">
                          <a:latin typeface="Cambria Math" panose="02040503050406030204" pitchFamily="18" charset="0"/>
                        </a:rPr>
                        <m:t>𝒅</m:t>
                      </m:r>
                      <m:sSub>
                        <m:sSubPr>
                          <m:ctrlPr>
                            <a:rPr lang="en-AU" sz="9600" b="1" i="1">
                              <a:latin typeface="Cambria Math" panose="02040503050406030204" pitchFamily="18" charset="0"/>
                            </a:rPr>
                          </m:ctrlPr>
                        </m:sSubPr>
                        <m:e>
                          <m:r>
                            <a:rPr lang="en-AU" sz="9600" b="1" i="1">
                              <a:latin typeface="Cambria Math" panose="02040503050406030204" pitchFamily="18" charset="0"/>
                            </a:rPr>
                            <m:t>𝑩</m:t>
                          </m:r>
                        </m:e>
                        <m:sub>
                          <m:r>
                            <a:rPr lang="en-AU" sz="9600" b="1" i="1">
                              <a:latin typeface="Cambria Math" panose="02040503050406030204" pitchFamily="18" charset="0"/>
                            </a:rPr>
                            <m:t>𝒕</m:t>
                          </m:r>
                        </m:sub>
                      </m:sSub>
                    </m:oMath>
                  </m:oMathPara>
                </a14:m>
                <a:endParaRPr lang="en-AU" sz="9600" b="1" dirty="0"/>
              </a:p>
              <a:p>
                <a:pPr/>
                <a14:m>
                  <m:oMathPara xmlns:m="http://schemas.openxmlformats.org/officeDocument/2006/math">
                    <m:oMathParaPr>
                      <m:jc m:val="centerGroup"/>
                    </m:oMathParaPr>
                    <m:oMath xmlns:m="http://schemas.openxmlformats.org/officeDocument/2006/math">
                      <m:sSub>
                        <m:sSubPr>
                          <m:ctrlPr>
                            <a:rPr lang="en-AU" sz="9600" b="1" i="1">
                              <a:latin typeface="Cambria Math" panose="02040503050406030204" pitchFamily="18" charset="0"/>
                            </a:rPr>
                          </m:ctrlPr>
                        </m:sSubPr>
                        <m:e>
                          <m:r>
                            <a:rPr lang="en-AU" sz="9600" b="1" i="1">
                              <a:latin typeface="Cambria Math" panose="02040503050406030204" pitchFamily="18" charset="0"/>
                            </a:rPr>
                            <m:t>𝑿</m:t>
                          </m:r>
                        </m:e>
                        <m:sub>
                          <m:r>
                            <a:rPr lang="en-AU" sz="9600" b="1" i="1">
                              <a:latin typeface="Cambria Math" panose="02040503050406030204" pitchFamily="18" charset="0"/>
                            </a:rPr>
                            <m:t>𝒕</m:t>
                          </m:r>
                        </m:sub>
                      </m:sSub>
                      <m:r>
                        <a:rPr lang="en-AU" sz="9600" b="1" i="1">
                          <a:latin typeface="Cambria Math" panose="02040503050406030204" pitchFamily="18" charset="0"/>
                        </a:rPr>
                        <m:t>=</m:t>
                      </m:r>
                      <m:r>
                        <a:rPr lang="en-AU" sz="9600" b="1" i="1">
                          <a:latin typeface="Cambria Math" panose="02040503050406030204" pitchFamily="18" charset="0"/>
                        </a:rPr>
                        <m:t>𝜶</m:t>
                      </m:r>
                      <m:d>
                        <m:dPr>
                          <m:ctrlPr>
                            <a:rPr lang="en-AU" sz="9600" b="1" i="1">
                              <a:latin typeface="Cambria Math" panose="02040503050406030204" pitchFamily="18" charset="0"/>
                            </a:rPr>
                          </m:ctrlPr>
                        </m:dPr>
                        <m:e>
                          <m:r>
                            <a:rPr lang="en-AU" sz="9600" b="1" i="1">
                              <a:latin typeface="Cambria Math" panose="02040503050406030204" pitchFamily="18" charset="0"/>
                            </a:rPr>
                            <m:t>𝝁</m:t>
                          </m:r>
                          <m:r>
                            <a:rPr lang="en-AU" sz="9600" b="1" i="1">
                              <a:latin typeface="Cambria Math" panose="02040503050406030204" pitchFamily="18" charset="0"/>
                            </a:rPr>
                            <m:t>−</m:t>
                          </m:r>
                          <m:sSub>
                            <m:sSubPr>
                              <m:ctrlPr>
                                <a:rPr lang="en-AU" sz="9600" b="1" i="1">
                                  <a:latin typeface="Cambria Math" panose="02040503050406030204" pitchFamily="18" charset="0"/>
                                </a:rPr>
                              </m:ctrlPr>
                            </m:sSubPr>
                            <m:e>
                              <m:r>
                                <a:rPr lang="en-AU" sz="9600" b="1" i="1">
                                  <a:latin typeface="Cambria Math" panose="02040503050406030204" pitchFamily="18" charset="0"/>
                                </a:rPr>
                                <m:t>𝑿</m:t>
                              </m:r>
                            </m:e>
                            <m:sub>
                              <m:r>
                                <a:rPr lang="en-AU" sz="9600" b="1" i="1">
                                  <a:latin typeface="Cambria Math" panose="02040503050406030204" pitchFamily="18" charset="0"/>
                                </a:rPr>
                                <m:t>𝒕</m:t>
                              </m:r>
                            </m:sub>
                          </m:sSub>
                        </m:e>
                      </m:d>
                      <m:r>
                        <a:rPr lang="en-AU" sz="9600" b="1" i="1">
                          <a:latin typeface="Cambria Math" panose="02040503050406030204" pitchFamily="18" charset="0"/>
                        </a:rPr>
                        <m:t>𝒅𝒕</m:t>
                      </m:r>
                      <m:r>
                        <a:rPr lang="en-AU" sz="9600" b="1" i="1">
                          <a:latin typeface="Cambria Math" panose="02040503050406030204" pitchFamily="18" charset="0"/>
                        </a:rPr>
                        <m:t>+</m:t>
                      </m:r>
                      <m:r>
                        <a:rPr lang="en-AU" sz="9600" b="1" i="1">
                          <a:latin typeface="Cambria Math" panose="02040503050406030204" pitchFamily="18" charset="0"/>
                        </a:rPr>
                        <m:t>𝝈</m:t>
                      </m:r>
                      <m:r>
                        <a:rPr lang="en-AU" sz="9600" b="1" i="1">
                          <a:latin typeface="Cambria Math" panose="02040503050406030204" pitchFamily="18" charset="0"/>
                        </a:rPr>
                        <m:t>𝒅</m:t>
                      </m:r>
                      <m:sSub>
                        <m:sSubPr>
                          <m:ctrlPr>
                            <a:rPr lang="en-AU" sz="9600" b="1" i="1">
                              <a:latin typeface="Cambria Math" panose="02040503050406030204" pitchFamily="18" charset="0"/>
                            </a:rPr>
                          </m:ctrlPr>
                        </m:sSubPr>
                        <m:e>
                          <m:r>
                            <a:rPr lang="en-AU" sz="9600" b="1" i="1">
                              <a:latin typeface="Cambria Math" panose="02040503050406030204" pitchFamily="18" charset="0"/>
                            </a:rPr>
                            <m:t>𝑩</m:t>
                          </m:r>
                        </m:e>
                        <m:sub>
                          <m:r>
                            <a:rPr lang="en-AU" sz="9600" b="1" i="1">
                              <a:latin typeface="Cambria Math" panose="02040503050406030204" pitchFamily="18" charset="0"/>
                            </a:rPr>
                            <m:t>𝒕</m:t>
                          </m:r>
                        </m:sub>
                      </m:sSub>
                    </m:oMath>
                  </m:oMathPara>
                </a14:m>
                <a:endParaRPr lang="en-AU" sz="9600" b="0" dirty="0"/>
              </a:p>
              <a:p>
                <a:endParaRPr lang="en-AU" sz="8000" b="0" dirty="0"/>
              </a:p>
              <a:p>
                <a:r>
                  <a:rPr lang="en-AU" sz="8000" dirty="0"/>
                  <a:t>We can condition </a:t>
                </a:r>
                <a:r>
                  <a:rPr lang="en-AU" sz="8000" b="0" dirty="0"/>
                  <a:t>an SDE to hit known points </a:t>
                </a:r>
                <a14:m>
                  <m:oMath xmlns:m="http://schemas.openxmlformats.org/officeDocument/2006/math">
                    <m:sSub>
                      <m:sSubPr>
                        <m:ctrlPr>
                          <a:rPr lang="en-AU" sz="8000" b="0" i="1" smtClean="0">
                            <a:latin typeface="Cambria Math" panose="02040503050406030204" pitchFamily="18" charset="0"/>
                          </a:rPr>
                        </m:ctrlPr>
                      </m:sSubPr>
                      <m:e>
                        <m:r>
                          <a:rPr lang="en-AU" sz="8000" b="0" i="1" smtClean="0">
                            <a:latin typeface="Cambria Math" panose="02040503050406030204" pitchFamily="18" charset="0"/>
                          </a:rPr>
                          <m:t>𝑥</m:t>
                        </m:r>
                      </m:e>
                      <m:sub>
                        <m:r>
                          <a:rPr lang="en-AU" sz="8000" b="0" i="1" smtClean="0">
                            <a:latin typeface="Cambria Math" panose="02040503050406030204" pitchFamily="18" charset="0"/>
                          </a:rPr>
                          <m:t>0</m:t>
                        </m:r>
                      </m:sub>
                    </m:sSub>
                    <m:r>
                      <a:rPr lang="en-AU" sz="8000" b="0" i="1" smtClean="0">
                        <a:latin typeface="Cambria Math" panose="02040503050406030204" pitchFamily="18" charset="0"/>
                      </a:rPr>
                      <m:t>=</m:t>
                    </m:r>
                    <m:r>
                      <a:rPr lang="en-AU" sz="8000" b="0" i="1" smtClean="0">
                        <a:latin typeface="Cambria Math" panose="02040503050406030204" pitchFamily="18" charset="0"/>
                      </a:rPr>
                      <m:t>𝑢</m:t>
                    </m:r>
                  </m:oMath>
                </a14:m>
                <a:r>
                  <a:rPr lang="en-AU" sz="8000" b="0" dirty="0"/>
                  <a:t>, and </a:t>
                </a:r>
                <a14:m>
                  <m:oMath xmlns:m="http://schemas.openxmlformats.org/officeDocument/2006/math">
                    <m:sSub>
                      <m:sSubPr>
                        <m:ctrlPr>
                          <a:rPr lang="en-AU" sz="8000" b="0" i="1" smtClean="0">
                            <a:latin typeface="Cambria Math" panose="02040503050406030204" pitchFamily="18" charset="0"/>
                          </a:rPr>
                        </m:ctrlPr>
                      </m:sSubPr>
                      <m:e>
                        <m:r>
                          <a:rPr lang="en-AU" sz="8000" b="0" i="1" smtClean="0">
                            <a:latin typeface="Cambria Math" panose="02040503050406030204" pitchFamily="18" charset="0"/>
                          </a:rPr>
                          <m:t>𝑥</m:t>
                        </m:r>
                      </m:e>
                      <m:sub>
                        <m:r>
                          <a:rPr lang="en-AU" sz="8000" b="0" i="1" smtClean="0">
                            <a:latin typeface="Cambria Math" panose="02040503050406030204" pitchFamily="18" charset="0"/>
                          </a:rPr>
                          <m:t>𝑡</m:t>
                        </m:r>
                      </m:sub>
                    </m:sSub>
                    <m:r>
                      <a:rPr lang="en-AU" sz="8000" b="0" i="1" smtClean="0">
                        <a:latin typeface="Cambria Math" panose="02040503050406030204" pitchFamily="18" charset="0"/>
                      </a:rPr>
                      <m:t>=</m:t>
                    </m:r>
                    <m:r>
                      <a:rPr lang="en-AU" sz="8000" b="0" i="1" smtClean="0">
                        <a:latin typeface="Cambria Math" panose="02040503050406030204" pitchFamily="18" charset="0"/>
                      </a:rPr>
                      <m:t>𝑣</m:t>
                    </m:r>
                  </m:oMath>
                </a14:m>
                <a:r>
                  <a:rPr lang="en-AU" sz="8000" b="0" dirty="0"/>
                  <a:t>. Doing so creates what is known as a bridge process, and these can be readily simulated</a:t>
                </a:r>
                <a:r>
                  <a:rPr lang="en-AU" sz="8000" b="0" baseline="30000" dirty="0"/>
                  <a:t>3</a:t>
                </a:r>
                <a:r>
                  <a:rPr lang="en-AU" sz="8000" b="0" dirty="0"/>
                  <a:t>. This is convenient for our purposes as we simply condition on measured values from extant species. We can scale this method down our phylogeny. By running large numbers of bridges between our measured nodes and sampling the distribution where the theoretical ancestor lies in time. As seen in </a:t>
                </a:r>
                <a:r>
                  <a:rPr lang="en-AU" sz="8000" b="0" i="1" dirty="0"/>
                  <a:t>Figure 2</a:t>
                </a:r>
                <a:endParaRPr lang="en-AU" sz="8000" b="0" dirty="0"/>
              </a:p>
            </p:txBody>
          </p:sp>
        </mc:Choice>
        <mc:Fallback xmlns="">
          <p:sp>
            <p:nvSpPr>
              <p:cNvPr id="125" name="Content Placeholder 124">
                <a:extLst>
                  <a:ext uri="{FF2B5EF4-FFF2-40B4-BE49-F238E27FC236}">
                    <a16:creationId xmlns:a16="http://schemas.microsoft.com/office/drawing/2014/main" id="{3960CEB2-576A-5EE3-6A96-B45A177E100B}"/>
                  </a:ext>
                </a:extLst>
              </p:cNvPr>
              <p:cNvSpPr>
                <a:spLocks noGrp="1" noRot="1" noChangeAspect="1" noMove="1" noResize="1" noEditPoints="1" noAdjustHandles="1" noChangeArrowheads="1" noChangeShapeType="1" noTextEdit="1"/>
              </p:cNvSpPr>
              <p:nvPr>
                <p:ph sz="quarter" idx="27"/>
              </p:nvPr>
            </p:nvSpPr>
            <p:spPr>
              <a:xfrm>
                <a:off x="13241819" y="13175867"/>
                <a:ext cx="6862944" cy="8412352"/>
              </a:xfrm>
              <a:blipFill>
                <a:blip r:embed="rId7"/>
                <a:stretch>
                  <a:fillRect l="-2220" r="-2931"/>
                </a:stretch>
              </a:blipFill>
            </p:spPr>
            <p:txBody>
              <a:bodyPr/>
              <a:lstStyle/>
              <a:p>
                <a:r>
                  <a:rPr lang="en-AU">
                    <a:noFill/>
                  </a:rPr>
                  <a:t> </a:t>
                </a:r>
              </a:p>
            </p:txBody>
          </p:sp>
        </mc:Fallback>
      </mc:AlternateContent>
      <p:sp>
        <p:nvSpPr>
          <p:cNvPr id="145" name="Text Placeholder 17">
            <a:extLst>
              <a:ext uri="{FF2B5EF4-FFF2-40B4-BE49-F238E27FC236}">
                <a16:creationId xmlns:a16="http://schemas.microsoft.com/office/drawing/2014/main" id="{A1A829FB-EBA1-B872-DBD0-6A62A16154C9}"/>
              </a:ext>
            </a:extLst>
          </p:cNvPr>
          <p:cNvSpPr txBox="1">
            <a:spLocks/>
          </p:cNvSpPr>
          <p:nvPr/>
        </p:nvSpPr>
        <p:spPr>
          <a:xfrm>
            <a:off x="503495" y="24843978"/>
            <a:ext cx="12560589" cy="883139"/>
          </a:xfrm>
          <a:prstGeom prst="rect">
            <a:avLst/>
          </a:prstGeom>
          <a:noFill/>
        </p:spPr>
        <p:txBody>
          <a:bodyPr vert="horz" lIns="0" tIns="0" rIns="0" bIns="0" rtlCol="0">
            <a:noAutofit/>
          </a:bodyPr>
          <a:lstStyle>
            <a:lvl1pPr marL="0" indent="0" algn="l" defTabSz="913302" rtl="0" eaLnBrk="1" latinLnBrk="0" hangingPunct="1">
              <a:lnSpc>
                <a:spcPct val="95000"/>
              </a:lnSpc>
              <a:spcBef>
                <a:spcPts val="100"/>
              </a:spcBef>
              <a:spcAft>
                <a:spcPts val="100"/>
              </a:spcAft>
              <a:buClr>
                <a:schemeClr val="tx1"/>
              </a:buClr>
              <a:buFont typeface="+mj-lt"/>
              <a:buNone/>
              <a:defRPr lang="en-US" sz="1700" b="0" kern="1200">
                <a:solidFill>
                  <a:schemeClr val="tx1"/>
                </a:solidFill>
                <a:latin typeface="+mn-lt"/>
                <a:ea typeface="+mn-ea"/>
                <a:cs typeface="+mn-cs"/>
              </a:defRPr>
            </a:lvl1pPr>
            <a:lvl2pPr marL="0" indent="0" algn="l" defTabSz="913302" rtl="0" eaLnBrk="1" latinLnBrk="0" hangingPunct="1">
              <a:lnSpc>
                <a:spcPct val="95000"/>
              </a:lnSpc>
              <a:spcBef>
                <a:spcPts val="100"/>
              </a:spcBef>
              <a:spcAft>
                <a:spcPts val="100"/>
              </a:spcAft>
              <a:buClr>
                <a:schemeClr val="tx1"/>
              </a:buClr>
              <a:buFont typeface="Arial" panose="020B0604020202020204" pitchFamily="34" charset="0"/>
              <a:buNone/>
              <a:defRPr lang="en-US" sz="1900" b="0" kern="1200">
                <a:solidFill>
                  <a:schemeClr val="tx1"/>
                </a:solidFill>
                <a:latin typeface="+mn-lt"/>
                <a:ea typeface="+mn-ea"/>
                <a:cs typeface="+mn-cs"/>
              </a:defRPr>
            </a:lvl2pPr>
            <a:lvl3pPr marL="542925" indent="-276225" algn="l" defTabSz="913302" rtl="0" eaLnBrk="1" latinLnBrk="0" hangingPunct="1">
              <a:lnSpc>
                <a:spcPct val="95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AU"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sz="2797" b="0" kern="120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sz="2797" b="0" kern="120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sz="2797" b="0" kern="1200">
                <a:solidFill>
                  <a:schemeClr val="tx1"/>
                </a:solidFill>
                <a:latin typeface="+mn-lt"/>
                <a:ea typeface="+mn-ea"/>
                <a:cs typeface="+mn-cs"/>
              </a:defRPr>
            </a:lvl9pPr>
          </a:lstStyle>
          <a:p>
            <a:r>
              <a:rPr lang="en-AU" b="1" i="1" dirty="0"/>
              <a:t>Figure 2</a:t>
            </a:r>
            <a:r>
              <a:rPr lang="en-AU" i="1" dirty="0"/>
              <a:t>: Brownian Bridge trait reconstruction between </a:t>
            </a:r>
            <a:r>
              <a:rPr lang="en-AU" i="1" dirty="0" err="1"/>
              <a:t>Dasyurus</a:t>
            </a:r>
            <a:r>
              <a:rPr lang="en-AU" i="1" dirty="0"/>
              <a:t> maculatus and </a:t>
            </a:r>
            <a:r>
              <a:rPr lang="en-AU" i="1" dirty="0" err="1"/>
              <a:t>Dasyurus</a:t>
            </a:r>
            <a:r>
              <a:rPr lang="en-AU" i="1" dirty="0"/>
              <a:t> </a:t>
            </a:r>
            <a:r>
              <a:rPr lang="en-AU" i="1" dirty="0" err="1"/>
              <a:t>viverrinus</a:t>
            </a:r>
            <a:r>
              <a:rPr lang="en-AU" i="1" dirty="0"/>
              <a:t>. </a:t>
            </a:r>
            <a:r>
              <a:rPr lang="en-AU" b="1" i="1" dirty="0"/>
              <a:t>A) </a:t>
            </a:r>
            <a:r>
              <a:rPr lang="en-AU" i="1" dirty="0"/>
              <a:t>contributing Brownian Bridges to the ancestral trait value of the ancestor, red line indicates the time point of the ancestor </a:t>
            </a:r>
            <a:r>
              <a:rPr lang="en-AU" b="1" i="1" dirty="0"/>
              <a:t>B) </a:t>
            </a:r>
            <a:r>
              <a:rPr lang="en-AU" i="1" dirty="0"/>
              <a:t>kernel density estimates of the contributing leaves to the resulting ancestral nodes, blue line corresponds to the density seen in figure A. </a:t>
            </a:r>
            <a:r>
              <a:rPr lang="en-AU" b="1" i="1" dirty="0"/>
              <a:t>C) </a:t>
            </a:r>
            <a:r>
              <a:rPr lang="en-AU" i="1" dirty="0"/>
              <a:t>measurements corresponding to initial densities of the bridges</a:t>
            </a:r>
            <a:endParaRPr lang="en-AU" dirty="0"/>
          </a:p>
        </p:txBody>
      </p:sp>
      <p:pic>
        <p:nvPicPr>
          <p:cNvPr id="4" name="Picture 3" descr="A computer screen shot of a diagram&#10;&#10;AI-generated content may be incorrect.">
            <a:extLst>
              <a:ext uri="{FF2B5EF4-FFF2-40B4-BE49-F238E27FC236}">
                <a16:creationId xmlns:a16="http://schemas.microsoft.com/office/drawing/2014/main" id="{220A7345-C9CD-FFE2-45BF-8895FE7D225B}"/>
              </a:ext>
            </a:extLst>
          </p:cNvPr>
          <p:cNvPicPr>
            <a:picLocks noChangeAspect="1"/>
          </p:cNvPicPr>
          <p:nvPr/>
        </p:nvPicPr>
        <p:blipFill>
          <a:blip r:embed="rId8"/>
          <a:srcRect t="2988"/>
          <a:stretch>
            <a:fillRect/>
          </a:stretch>
        </p:blipFill>
        <p:spPr>
          <a:xfrm>
            <a:off x="7164015" y="3889461"/>
            <a:ext cx="13018460" cy="7216880"/>
          </a:xfrm>
          <a:prstGeom prst="rect">
            <a:avLst/>
          </a:prstGeom>
        </p:spPr>
      </p:pic>
      <p:sp>
        <p:nvSpPr>
          <p:cNvPr id="32" name="TextBox 31">
            <a:extLst>
              <a:ext uri="{FF2B5EF4-FFF2-40B4-BE49-F238E27FC236}">
                <a16:creationId xmlns:a16="http://schemas.microsoft.com/office/drawing/2014/main" id="{3BFC5004-8C55-E80B-7E3C-70967EF44CB8}"/>
              </a:ext>
            </a:extLst>
          </p:cNvPr>
          <p:cNvSpPr txBox="1"/>
          <p:nvPr/>
        </p:nvSpPr>
        <p:spPr>
          <a:xfrm>
            <a:off x="15732372" y="5045663"/>
            <a:ext cx="184731" cy="843436"/>
          </a:xfrm>
          <a:prstGeom prst="rect">
            <a:avLst/>
          </a:prstGeom>
          <a:noFill/>
        </p:spPr>
        <p:txBody>
          <a:bodyPr wrap="none" rtlCol="0">
            <a:spAutoFit/>
          </a:bodyPr>
          <a:lstStyle/>
          <a:p>
            <a:endParaRPr lang="en-AU" dirty="0"/>
          </a:p>
        </p:txBody>
      </p:sp>
      <p:sp>
        <p:nvSpPr>
          <p:cNvPr id="51" name="Text Placeholder 17">
            <a:extLst>
              <a:ext uri="{FF2B5EF4-FFF2-40B4-BE49-F238E27FC236}">
                <a16:creationId xmlns:a16="http://schemas.microsoft.com/office/drawing/2014/main" id="{50175C23-B1A6-DA17-4EFE-39FACA3E497E}"/>
              </a:ext>
            </a:extLst>
          </p:cNvPr>
          <p:cNvSpPr txBox="1">
            <a:spLocks/>
          </p:cNvSpPr>
          <p:nvPr/>
        </p:nvSpPr>
        <p:spPr>
          <a:xfrm>
            <a:off x="7538865" y="11439889"/>
            <a:ext cx="12854539" cy="911112"/>
          </a:xfrm>
          <a:prstGeom prst="rect">
            <a:avLst/>
          </a:prstGeom>
          <a:noFill/>
        </p:spPr>
        <p:txBody>
          <a:bodyPr vert="horz" lIns="0" tIns="0" rIns="0" bIns="0" rtlCol="0">
            <a:noAutofit/>
          </a:bodyPr>
          <a:lstStyle>
            <a:lvl1pPr marL="0" indent="0" algn="l" defTabSz="913302" rtl="0" eaLnBrk="1" latinLnBrk="0" hangingPunct="1">
              <a:lnSpc>
                <a:spcPct val="95000"/>
              </a:lnSpc>
              <a:spcBef>
                <a:spcPts val="100"/>
              </a:spcBef>
              <a:spcAft>
                <a:spcPts val="100"/>
              </a:spcAft>
              <a:buClr>
                <a:schemeClr val="tx1"/>
              </a:buClr>
              <a:buFont typeface="+mj-lt"/>
              <a:buNone/>
              <a:defRPr lang="en-US" sz="1700" b="0" kern="1200">
                <a:solidFill>
                  <a:schemeClr val="tx1"/>
                </a:solidFill>
                <a:latin typeface="+mn-lt"/>
                <a:ea typeface="+mn-ea"/>
                <a:cs typeface="+mn-cs"/>
              </a:defRPr>
            </a:lvl1pPr>
            <a:lvl2pPr marL="0" indent="0" algn="l" defTabSz="913302" rtl="0" eaLnBrk="1" latinLnBrk="0" hangingPunct="1">
              <a:lnSpc>
                <a:spcPct val="95000"/>
              </a:lnSpc>
              <a:spcBef>
                <a:spcPts val="100"/>
              </a:spcBef>
              <a:spcAft>
                <a:spcPts val="100"/>
              </a:spcAft>
              <a:buClr>
                <a:schemeClr val="tx1"/>
              </a:buClr>
              <a:buFont typeface="Arial" panose="020B0604020202020204" pitchFamily="34" charset="0"/>
              <a:buNone/>
              <a:defRPr lang="en-US" sz="1900" b="0" kern="1200">
                <a:solidFill>
                  <a:schemeClr val="tx1"/>
                </a:solidFill>
                <a:latin typeface="+mn-lt"/>
                <a:ea typeface="+mn-ea"/>
                <a:cs typeface="+mn-cs"/>
              </a:defRPr>
            </a:lvl2pPr>
            <a:lvl3pPr marL="542925" indent="-276225" algn="l" defTabSz="913302" rtl="0" eaLnBrk="1" latinLnBrk="0" hangingPunct="1">
              <a:lnSpc>
                <a:spcPct val="95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AU"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sz="2797" b="0" kern="120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sz="2797" b="0" kern="120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sz="2797" b="0" kern="1200">
                <a:solidFill>
                  <a:schemeClr val="tx1"/>
                </a:solidFill>
                <a:latin typeface="+mn-lt"/>
                <a:ea typeface="+mn-ea"/>
                <a:cs typeface="+mn-cs"/>
              </a:defRPr>
            </a:lvl9pPr>
          </a:lstStyle>
          <a:p>
            <a:r>
              <a:rPr lang="en-AU" b="1" i="1" dirty="0"/>
              <a:t>Figure 1: </a:t>
            </a:r>
            <a:r>
              <a:rPr lang="en-AU" i="1" dirty="0"/>
              <a:t>Ancestral trait reconstruction of 33 marsupial species for femur trochanteric fossa length value from 25 multiple imputations, from 25 independent initial samples with trait reconstruction repeated 25 times indicates the mean with heat map over the marker indicating predicted trait values, branch lengths show relative time</a:t>
            </a:r>
            <a:endParaRPr lang="en-AU" dirty="0"/>
          </a:p>
        </p:txBody>
      </p:sp>
      <p:pic>
        <p:nvPicPr>
          <p:cNvPr id="52" name="Content Placeholder 26" descr="A graph of a tree depth&#10;&#10;AI-generated content may be incorrect.">
            <a:extLst>
              <a:ext uri="{FF2B5EF4-FFF2-40B4-BE49-F238E27FC236}">
                <a16:creationId xmlns:a16="http://schemas.microsoft.com/office/drawing/2014/main" id="{4496213F-49B8-EACD-80BE-217B614469B7}"/>
              </a:ext>
            </a:extLst>
          </p:cNvPr>
          <p:cNvPicPr>
            <a:picLocks noChangeAspect="1"/>
          </p:cNvPicPr>
          <p:nvPr/>
        </p:nvPicPr>
        <p:blipFill>
          <a:blip r:embed="rId9"/>
          <a:srcRect l="3218"/>
          <a:stretch>
            <a:fillRect/>
          </a:stretch>
        </p:blipFill>
        <p:spPr>
          <a:xfrm>
            <a:off x="676337" y="12702616"/>
            <a:ext cx="12031700" cy="8287823"/>
          </a:xfrm>
          <a:prstGeom prst="rect">
            <a:avLst/>
          </a:prstGeom>
          <a:noFill/>
        </p:spPr>
      </p:pic>
      <p:pic>
        <p:nvPicPr>
          <p:cNvPr id="53" name="Picture 52" descr="A close-up of bones&#10;&#10;AI-generated content may be incorrect.">
            <a:extLst>
              <a:ext uri="{FF2B5EF4-FFF2-40B4-BE49-F238E27FC236}">
                <a16:creationId xmlns:a16="http://schemas.microsoft.com/office/drawing/2014/main" id="{BCC42CA0-9E37-61F7-EF29-7C2F04112908}"/>
              </a:ext>
            </a:extLst>
          </p:cNvPr>
          <p:cNvPicPr>
            <a:picLocks noChangeAspect="1"/>
          </p:cNvPicPr>
          <p:nvPr/>
        </p:nvPicPr>
        <p:blipFill>
          <a:blip r:embed="rId2"/>
          <a:srcRect l="9318" r="64118"/>
          <a:stretch>
            <a:fillRect/>
          </a:stretch>
        </p:blipFill>
        <p:spPr>
          <a:xfrm rot="5400000">
            <a:off x="9495781" y="20496213"/>
            <a:ext cx="1440156" cy="3613497"/>
          </a:xfrm>
          <a:prstGeom prst="rect">
            <a:avLst/>
          </a:prstGeom>
        </p:spPr>
      </p:pic>
      <p:pic>
        <p:nvPicPr>
          <p:cNvPr id="54" name="Picture 53" descr="A graph of a number of children&#10;&#10;AI-generated content may be incorrect.">
            <a:extLst>
              <a:ext uri="{FF2B5EF4-FFF2-40B4-BE49-F238E27FC236}">
                <a16:creationId xmlns:a16="http://schemas.microsoft.com/office/drawing/2014/main" id="{57DF6DD2-428D-5BED-30CB-3E88742824F9}"/>
              </a:ext>
            </a:extLst>
          </p:cNvPr>
          <p:cNvPicPr>
            <a:picLocks noChangeAspect="1"/>
          </p:cNvPicPr>
          <p:nvPr/>
        </p:nvPicPr>
        <p:blipFill>
          <a:blip r:embed="rId10"/>
          <a:stretch>
            <a:fillRect/>
          </a:stretch>
        </p:blipFill>
        <p:spPr>
          <a:xfrm>
            <a:off x="974840" y="20861461"/>
            <a:ext cx="5816397" cy="3877597"/>
          </a:xfrm>
          <a:prstGeom prst="rect">
            <a:avLst/>
          </a:prstGeom>
        </p:spPr>
      </p:pic>
      <p:cxnSp>
        <p:nvCxnSpPr>
          <p:cNvPr id="55" name="Straight Connector 54">
            <a:extLst>
              <a:ext uri="{FF2B5EF4-FFF2-40B4-BE49-F238E27FC236}">
                <a16:creationId xmlns:a16="http://schemas.microsoft.com/office/drawing/2014/main" id="{3509C2F9-252C-B2C2-032F-35BA1BF783E5}"/>
              </a:ext>
            </a:extLst>
          </p:cNvPr>
          <p:cNvCxnSpPr>
            <a:cxnSpLocks/>
          </p:cNvCxnSpPr>
          <p:nvPr/>
        </p:nvCxnSpPr>
        <p:spPr>
          <a:xfrm>
            <a:off x="8726240" y="21782526"/>
            <a:ext cx="28803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979A78B-C3AF-CCCF-8EC7-261F169A2F28}"/>
              </a:ext>
            </a:extLst>
          </p:cNvPr>
          <p:cNvCxnSpPr>
            <a:cxnSpLocks/>
          </p:cNvCxnSpPr>
          <p:nvPr/>
        </p:nvCxnSpPr>
        <p:spPr>
          <a:xfrm>
            <a:off x="8726240" y="21782526"/>
            <a:ext cx="0" cy="30324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0E2FEB9-B078-65C1-2FCA-27BCFCEAFA23}"/>
              </a:ext>
            </a:extLst>
          </p:cNvPr>
          <p:cNvCxnSpPr/>
          <p:nvPr/>
        </p:nvCxnSpPr>
        <p:spPr>
          <a:xfrm>
            <a:off x="11606560" y="21782526"/>
            <a:ext cx="0" cy="360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8D4B927-3144-313A-3C26-7409F893983E}"/>
              </a:ext>
            </a:extLst>
          </p:cNvPr>
          <p:cNvCxnSpPr>
            <a:cxnSpLocks/>
          </p:cNvCxnSpPr>
          <p:nvPr/>
        </p:nvCxnSpPr>
        <p:spPr>
          <a:xfrm>
            <a:off x="8654231" y="23290020"/>
            <a:ext cx="324036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15DD6C7-0948-60DA-B5B9-C881E1BE5FE5}"/>
              </a:ext>
            </a:extLst>
          </p:cNvPr>
          <p:cNvCxnSpPr>
            <a:cxnSpLocks/>
          </p:cNvCxnSpPr>
          <p:nvPr/>
        </p:nvCxnSpPr>
        <p:spPr>
          <a:xfrm>
            <a:off x="8654231" y="23282108"/>
            <a:ext cx="0" cy="50405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37AEDCA-C435-1C6A-A333-2A8E6857CE59}"/>
              </a:ext>
            </a:extLst>
          </p:cNvPr>
          <p:cNvCxnSpPr>
            <a:cxnSpLocks/>
          </p:cNvCxnSpPr>
          <p:nvPr/>
        </p:nvCxnSpPr>
        <p:spPr>
          <a:xfrm>
            <a:off x="11894591" y="23279761"/>
            <a:ext cx="0" cy="360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5845DA1C-08C2-63B4-7E03-794838E49EED}"/>
                  </a:ext>
                </a:extLst>
              </p:cNvPr>
              <p:cNvSpPr txBox="1"/>
              <p:nvPr/>
            </p:nvSpPr>
            <p:spPr>
              <a:xfrm>
                <a:off x="9851591" y="20950773"/>
                <a:ext cx="840038" cy="7511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𝑋</m:t>
                          </m:r>
                        </m:e>
                        <m:sub>
                          <m:r>
                            <a:rPr lang="en-AU" b="0" i="1" smtClean="0">
                              <a:latin typeface="Cambria Math" panose="02040503050406030204" pitchFamily="18" charset="0"/>
                            </a:rPr>
                            <m:t>0</m:t>
                          </m:r>
                        </m:sub>
                      </m:sSub>
                    </m:oMath>
                  </m:oMathPara>
                </a14:m>
                <a:endParaRPr lang="en-AU" dirty="0"/>
              </a:p>
            </p:txBody>
          </p:sp>
        </mc:Choice>
        <mc:Fallback xmlns="">
          <p:sp>
            <p:nvSpPr>
              <p:cNvPr id="61" name="TextBox 60">
                <a:extLst>
                  <a:ext uri="{FF2B5EF4-FFF2-40B4-BE49-F238E27FC236}">
                    <a16:creationId xmlns:a16="http://schemas.microsoft.com/office/drawing/2014/main" id="{5845DA1C-08C2-63B4-7E03-794838E49EED}"/>
                  </a:ext>
                </a:extLst>
              </p:cNvPr>
              <p:cNvSpPr txBox="1">
                <a:spLocks noRot="1" noChangeAspect="1" noMove="1" noResize="1" noEditPoints="1" noAdjustHandles="1" noChangeArrowheads="1" noChangeShapeType="1" noTextEdit="1"/>
              </p:cNvSpPr>
              <p:nvPr/>
            </p:nvSpPr>
            <p:spPr>
              <a:xfrm>
                <a:off x="9851591" y="20950773"/>
                <a:ext cx="840038" cy="751103"/>
              </a:xfrm>
              <a:prstGeom prst="rect">
                <a:avLst/>
              </a:prstGeom>
              <a:blipFill>
                <a:blip r:embed="rId11"/>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9CC545D0-8468-D3FA-E1EA-1EA150A8C4F6}"/>
                  </a:ext>
                </a:extLst>
              </p:cNvPr>
              <p:cNvSpPr txBox="1"/>
              <p:nvPr/>
            </p:nvSpPr>
            <p:spPr>
              <a:xfrm>
                <a:off x="9851591" y="22433236"/>
                <a:ext cx="789767" cy="7511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𝑋</m:t>
                          </m:r>
                        </m:e>
                        <m:sub>
                          <m:r>
                            <a:rPr lang="en-AU" b="0" i="1" smtClean="0">
                              <a:latin typeface="Cambria Math" panose="02040503050406030204" pitchFamily="18" charset="0"/>
                            </a:rPr>
                            <m:t>𝑡</m:t>
                          </m:r>
                        </m:sub>
                      </m:sSub>
                    </m:oMath>
                  </m:oMathPara>
                </a14:m>
                <a:endParaRPr lang="en-AU" dirty="0"/>
              </a:p>
            </p:txBody>
          </p:sp>
        </mc:Choice>
        <mc:Fallback xmlns="">
          <p:sp>
            <p:nvSpPr>
              <p:cNvPr id="62" name="TextBox 61">
                <a:extLst>
                  <a:ext uri="{FF2B5EF4-FFF2-40B4-BE49-F238E27FC236}">
                    <a16:creationId xmlns:a16="http://schemas.microsoft.com/office/drawing/2014/main" id="{9CC545D0-8468-D3FA-E1EA-1EA150A8C4F6}"/>
                  </a:ext>
                </a:extLst>
              </p:cNvPr>
              <p:cNvSpPr txBox="1">
                <a:spLocks noRot="1" noChangeAspect="1" noMove="1" noResize="1" noEditPoints="1" noAdjustHandles="1" noChangeArrowheads="1" noChangeShapeType="1" noTextEdit="1"/>
              </p:cNvSpPr>
              <p:nvPr/>
            </p:nvSpPr>
            <p:spPr>
              <a:xfrm>
                <a:off x="9851591" y="22433236"/>
                <a:ext cx="789767" cy="751103"/>
              </a:xfrm>
              <a:prstGeom prst="rect">
                <a:avLst/>
              </a:prstGeom>
              <a:blipFill>
                <a:blip r:embed="rId12"/>
                <a:stretch>
                  <a:fillRect/>
                </a:stretch>
              </a:blipFill>
            </p:spPr>
            <p:txBody>
              <a:bodyPr/>
              <a:lstStyle/>
              <a:p>
                <a:r>
                  <a:rPr lang="en-AU">
                    <a:noFill/>
                  </a:rPr>
                  <a:t> </a:t>
                </a:r>
              </a:p>
            </p:txBody>
          </p:sp>
        </mc:Fallback>
      </mc:AlternateContent>
      <p:sp>
        <p:nvSpPr>
          <p:cNvPr id="68" name="Text Placeholder 16">
            <a:extLst>
              <a:ext uri="{FF2B5EF4-FFF2-40B4-BE49-F238E27FC236}">
                <a16:creationId xmlns:a16="http://schemas.microsoft.com/office/drawing/2014/main" id="{DECE25BC-ADA4-05BD-0FFA-1181EB934766}"/>
              </a:ext>
            </a:extLst>
          </p:cNvPr>
          <p:cNvSpPr txBox="1">
            <a:spLocks/>
          </p:cNvSpPr>
          <p:nvPr/>
        </p:nvSpPr>
        <p:spPr>
          <a:xfrm>
            <a:off x="13798460" y="19677136"/>
            <a:ext cx="6299200" cy="634880"/>
          </a:xfrm>
          <a:prstGeom prst="rect">
            <a:avLst/>
          </a:prstGeom>
          <a:noFill/>
        </p:spPr>
        <p:txBody>
          <a:bodyPr vert="horz" lIns="0" tIns="97200" rIns="0" bIns="97200" rtlCol="0">
            <a:spAutoFit/>
          </a:bodyPr>
          <a:lstStyle>
            <a:lvl1pPr marL="0" indent="0" algn="l" defTabSz="913302" rtl="0" eaLnBrk="1" latinLnBrk="0" hangingPunct="1">
              <a:lnSpc>
                <a:spcPct val="95000"/>
              </a:lnSpc>
              <a:spcBef>
                <a:spcPts val="100"/>
              </a:spcBef>
              <a:spcAft>
                <a:spcPts val="100"/>
              </a:spcAft>
              <a:buClr>
                <a:schemeClr val="tx1"/>
              </a:buClr>
              <a:buFont typeface="+mj-lt"/>
              <a:buNone/>
              <a:defRPr lang="en-US" sz="2400" b="1" kern="1200">
                <a:solidFill>
                  <a:schemeClr val="accent1"/>
                </a:solidFill>
                <a:latin typeface="+mn-lt"/>
                <a:ea typeface="+mn-ea"/>
                <a:cs typeface="+mn-cs"/>
              </a:defRPr>
            </a:lvl1pPr>
            <a:lvl2pPr marL="0" indent="0" algn="l" defTabSz="913302" rtl="0" eaLnBrk="1" latinLnBrk="0" hangingPunct="1">
              <a:lnSpc>
                <a:spcPct val="95000"/>
              </a:lnSpc>
              <a:spcBef>
                <a:spcPts val="100"/>
              </a:spcBef>
              <a:spcAft>
                <a:spcPts val="100"/>
              </a:spcAft>
              <a:buClr>
                <a:schemeClr val="tx1"/>
              </a:buClr>
              <a:buFont typeface="Arial" panose="020B0604020202020204" pitchFamily="34" charset="0"/>
              <a:buNone/>
              <a:defRPr lang="en-US" sz="1900" b="0" kern="1200">
                <a:solidFill>
                  <a:schemeClr val="tx1"/>
                </a:solidFill>
                <a:latin typeface="+mn-lt"/>
                <a:ea typeface="+mn-ea"/>
                <a:cs typeface="+mn-cs"/>
              </a:defRPr>
            </a:lvl2pPr>
            <a:lvl3pPr marL="542925" indent="-276225" algn="l" defTabSz="913302" rtl="0" eaLnBrk="1" latinLnBrk="0" hangingPunct="1">
              <a:lnSpc>
                <a:spcPct val="95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AU"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sz="2797" b="0" kern="120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sz="2797" b="0" kern="120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sz="2797" b="0" kern="1200">
                <a:solidFill>
                  <a:schemeClr val="tx1"/>
                </a:solidFill>
                <a:latin typeface="+mn-lt"/>
                <a:ea typeface="+mn-ea"/>
                <a:cs typeface="+mn-cs"/>
              </a:defRPr>
            </a:lvl9pPr>
          </a:lstStyle>
          <a:p>
            <a:r>
              <a:rPr lang="en-AU" sz="3000" dirty="0"/>
              <a:t>Results and Extensions</a:t>
            </a:r>
          </a:p>
        </p:txBody>
      </p:sp>
      <p:sp>
        <p:nvSpPr>
          <p:cNvPr id="69" name="Content Placeholder 124">
            <a:extLst>
              <a:ext uri="{FF2B5EF4-FFF2-40B4-BE49-F238E27FC236}">
                <a16:creationId xmlns:a16="http://schemas.microsoft.com/office/drawing/2014/main" id="{82E545D5-3740-02D9-11C9-89AF861B8E11}"/>
              </a:ext>
            </a:extLst>
          </p:cNvPr>
          <p:cNvSpPr txBox="1">
            <a:spLocks/>
          </p:cNvSpPr>
          <p:nvPr/>
        </p:nvSpPr>
        <p:spPr>
          <a:xfrm>
            <a:off x="13241819" y="20551535"/>
            <a:ext cx="6825233" cy="6000759"/>
          </a:xfrm>
          <a:prstGeom prst="rect">
            <a:avLst/>
          </a:prstGeom>
          <a:noFill/>
        </p:spPr>
        <p:txBody>
          <a:bodyPr vert="horz" lIns="0" tIns="126000" rIns="0" bIns="126000" rtlCol="0">
            <a:normAutofit/>
          </a:bodyPr>
          <a:lstStyle>
            <a:lvl1pPr marL="0" indent="0" algn="l" defTabSz="913302" rtl="0" eaLnBrk="1" latinLnBrk="0" hangingPunct="1">
              <a:lnSpc>
                <a:spcPct val="100000"/>
              </a:lnSpc>
              <a:spcBef>
                <a:spcPts val="100"/>
              </a:spcBef>
              <a:spcAft>
                <a:spcPts val="100"/>
              </a:spcAft>
              <a:buClr>
                <a:schemeClr val="tx1"/>
              </a:buClr>
              <a:buFont typeface="+mj-lt"/>
              <a:buNone/>
              <a:defRPr lang="en-US" sz="1900" b="0" kern="1200" dirty="0">
                <a:solidFill>
                  <a:schemeClr val="tx1"/>
                </a:solidFill>
                <a:latin typeface="+mn-lt"/>
                <a:ea typeface="+mn-ea"/>
                <a:cs typeface="+mn-cs"/>
              </a:defRPr>
            </a:lvl1pPr>
            <a:lvl2pPr marL="266700" indent="-266700" algn="l" defTabSz="913302" rtl="0" eaLnBrk="1" latinLnBrk="0" hangingPunct="1">
              <a:lnSpc>
                <a:spcPct val="100000"/>
              </a:lnSpc>
              <a:spcBef>
                <a:spcPts val="100"/>
              </a:spcBef>
              <a:spcAft>
                <a:spcPts val="100"/>
              </a:spcAft>
              <a:buClr>
                <a:schemeClr val="tx1"/>
              </a:buClr>
              <a:buFont typeface="Arial" panose="020B0604020202020204" pitchFamily="34" charset="0"/>
              <a:buChar char="•"/>
              <a:defRPr lang="en-US" sz="1900" b="0" kern="1200" dirty="0">
                <a:solidFill>
                  <a:schemeClr val="tx1"/>
                </a:solidFill>
                <a:latin typeface="+mn-lt"/>
                <a:ea typeface="+mn-ea"/>
                <a:cs typeface="+mn-cs"/>
              </a:defRPr>
            </a:lvl2pPr>
            <a:lvl3pPr marL="542925" indent="-276225" algn="l" defTabSz="913302" rtl="0" eaLnBrk="1" latinLnBrk="0" hangingPunct="1">
              <a:lnSpc>
                <a:spcPct val="100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US"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lang="en-US" sz="2797" b="0" kern="1200" dirty="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lang="en-US" sz="2797" b="0" kern="1200" dirty="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lang="en-US" sz="2797" b="0" kern="1200" dirty="0">
                <a:solidFill>
                  <a:schemeClr val="tx1"/>
                </a:solidFill>
                <a:latin typeface="+mn-lt"/>
                <a:ea typeface="+mn-ea"/>
                <a:cs typeface="+mn-cs"/>
              </a:defRPr>
            </a:lvl9pPr>
          </a:lstStyle>
          <a:p>
            <a:r>
              <a:rPr lang="en-AU" sz="2000" dirty="0"/>
              <a:t>We tested this protocol on a large marsupial dataset containing 33 species and 28 traits, we were able to perform high throughput simultaneous reconstructions with both traditional SDEs (BM and OU) with </a:t>
            </a:r>
            <a:r>
              <a:rPr lang="en-AU" sz="2000" i="1" dirty="0"/>
              <a:t>Figure 1</a:t>
            </a:r>
            <a:r>
              <a:rPr lang="en-AU" sz="2000" dirty="0"/>
              <a:t> showing the reconstructed tree for simple BM on a single trait. Additionally </a:t>
            </a:r>
            <a:r>
              <a:rPr lang="en-AU" sz="2000" i="1" dirty="0"/>
              <a:t>Figure 2</a:t>
            </a:r>
            <a:r>
              <a:rPr lang="en-AU" sz="2000" dirty="0"/>
              <a:t> demonstrates how the process looks within a single subtree between </a:t>
            </a:r>
            <a:r>
              <a:rPr lang="en-AU" sz="2000" i="1" dirty="0" err="1"/>
              <a:t>D.maculatus</a:t>
            </a:r>
            <a:r>
              <a:rPr lang="en-AU" sz="2000" i="1" dirty="0"/>
              <a:t> </a:t>
            </a:r>
            <a:r>
              <a:rPr lang="en-AU" sz="2000" dirty="0"/>
              <a:t>and </a:t>
            </a:r>
            <a:r>
              <a:rPr lang="en-AU" sz="2000" i="1" dirty="0" err="1"/>
              <a:t>D.viverrinus</a:t>
            </a:r>
            <a:r>
              <a:rPr lang="en-AU" sz="2000" i="1" dirty="0"/>
              <a:t>. </a:t>
            </a:r>
            <a:r>
              <a:rPr lang="en-AU" sz="2000" dirty="0"/>
              <a:t>The results obtained are almost indistinguishable from traditional MLE methods</a:t>
            </a:r>
            <a:r>
              <a:rPr lang="en-AU" sz="2000" baseline="30000" dirty="0"/>
              <a:t>4</a:t>
            </a:r>
            <a:r>
              <a:rPr lang="en-AU" sz="2000" dirty="0"/>
              <a:t>.</a:t>
            </a:r>
          </a:p>
          <a:p>
            <a:r>
              <a:rPr lang="en-AU" sz="2000" dirty="0"/>
              <a:t>This method is very easily extended by changing the drift and diffusion functions, while also being scalable to </a:t>
            </a:r>
            <a:r>
              <a:rPr lang="en-AU" sz="2000"/>
              <a:t>multivariate data. </a:t>
            </a:r>
            <a:endParaRPr lang="en-AU" sz="2000" dirty="0"/>
          </a:p>
          <a:p>
            <a:r>
              <a:rPr lang="en-AU" sz="2000" dirty="0"/>
              <a:t>The challenges from here are to both determine what those new drift and diffusion functions should be and develop parameter optimization functions that can account for such sparse data.</a:t>
            </a:r>
          </a:p>
        </p:txBody>
      </p:sp>
      <p:sp>
        <p:nvSpPr>
          <p:cNvPr id="70" name="TextBox 69">
            <a:extLst>
              <a:ext uri="{FF2B5EF4-FFF2-40B4-BE49-F238E27FC236}">
                <a16:creationId xmlns:a16="http://schemas.microsoft.com/office/drawing/2014/main" id="{7728C9BA-21E3-E3BE-FA6A-FB3366784954}"/>
              </a:ext>
            </a:extLst>
          </p:cNvPr>
          <p:cNvSpPr txBox="1"/>
          <p:nvPr/>
        </p:nvSpPr>
        <p:spPr>
          <a:xfrm>
            <a:off x="1489498" y="13441536"/>
            <a:ext cx="1008112" cy="843436"/>
          </a:xfrm>
          <a:prstGeom prst="rect">
            <a:avLst/>
          </a:prstGeom>
          <a:noFill/>
        </p:spPr>
        <p:txBody>
          <a:bodyPr wrap="square" rtlCol="0">
            <a:spAutoFit/>
          </a:bodyPr>
          <a:lstStyle/>
          <a:p>
            <a:r>
              <a:rPr lang="en-AU" dirty="0"/>
              <a:t>A</a:t>
            </a:r>
          </a:p>
        </p:txBody>
      </p:sp>
      <p:sp>
        <p:nvSpPr>
          <p:cNvPr id="71" name="TextBox 70">
            <a:extLst>
              <a:ext uri="{FF2B5EF4-FFF2-40B4-BE49-F238E27FC236}">
                <a16:creationId xmlns:a16="http://schemas.microsoft.com/office/drawing/2014/main" id="{AA10045D-B41C-CFC7-6E9A-44BD010C9EF1}"/>
              </a:ext>
            </a:extLst>
          </p:cNvPr>
          <p:cNvSpPr txBox="1"/>
          <p:nvPr/>
        </p:nvSpPr>
        <p:spPr>
          <a:xfrm>
            <a:off x="1508622" y="21095360"/>
            <a:ext cx="1008112" cy="843436"/>
          </a:xfrm>
          <a:prstGeom prst="rect">
            <a:avLst/>
          </a:prstGeom>
          <a:noFill/>
        </p:spPr>
        <p:txBody>
          <a:bodyPr wrap="square" rtlCol="0">
            <a:spAutoFit/>
          </a:bodyPr>
          <a:lstStyle/>
          <a:p>
            <a:r>
              <a:rPr lang="en-AU" dirty="0"/>
              <a:t>B</a:t>
            </a:r>
          </a:p>
        </p:txBody>
      </p:sp>
      <p:sp>
        <p:nvSpPr>
          <p:cNvPr id="72" name="TextBox 71">
            <a:extLst>
              <a:ext uri="{FF2B5EF4-FFF2-40B4-BE49-F238E27FC236}">
                <a16:creationId xmlns:a16="http://schemas.microsoft.com/office/drawing/2014/main" id="{38F3CA53-7178-13CC-417E-2AA01E3A6A38}"/>
              </a:ext>
            </a:extLst>
          </p:cNvPr>
          <p:cNvSpPr txBox="1"/>
          <p:nvPr/>
        </p:nvSpPr>
        <p:spPr>
          <a:xfrm>
            <a:off x="7920376" y="21252907"/>
            <a:ext cx="1008112" cy="843436"/>
          </a:xfrm>
          <a:prstGeom prst="rect">
            <a:avLst/>
          </a:prstGeom>
          <a:noFill/>
        </p:spPr>
        <p:txBody>
          <a:bodyPr wrap="square" rtlCol="0">
            <a:spAutoFit/>
          </a:bodyPr>
          <a:lstStyle/>
          <a:p>
            <a:r>
              <a:rPr lang="en-AU" dirty="0"/>
              <a:t>C</a:t>
            </a:r>
          </a:p>
        </p:txBody>
      </p:sp>
      <p:sp>
        <p:nvSpPr>
          <p:cNvPr id="73" name="Text Placeholder 16">
            <a:extLst>
              <a:ext uri="{FF2B5EF4-FFF2-40B4-BE49-F238E27FC236}">
                <a16:creationId xmlns:a16="http://schemas.microsoft.com/office/drawing/2014/main" id="{306C608D-A8B7-1CD5-88F3-AA01D644F7F2}"/>
              </a:ext>
            </a:extLst>
          </p:cNvPr>
          <p:cNvSpPr txBox="1">
            <a:spLocks/>
          </p:cNvSpPr>
          <p:nvPr/>
        </p:nvSpPr>
        <p:spPr>
          <a:xfrm>
            <a:off x="610692" y="25818449"/>
            <a:ext cx="6299200" cy="634880"/>
          </a:xfrm>
          <a:prstGeom prst="rect">
            <a:avLst/>
          </a:prstGeom>
          <a:noFill/>
        </p:spPr>
        <p:txBody>
          <a:bodyPr vert="horz" lIns="0" tIns="97200" rIns="0" bIns="97200" rtlCol="0">
            <a:spAutoFit/>
          </a:bodyPr>
          <a:lstStyle>
            <a:lvl1pPr marL="0" indent="0" algn="l" defTabSz="913302" rtl="0" eaLnBrk="1" latinLnBrk="0" hangingPunct="1">
              <a:lnSpc>
                <a:spcPct val="95000"/>
              </a:lnSpc>
              <a:spcBef>
                <a:spcPts val="100"/>
              </a:spcBef>
              <a:spcAft>
                <a:spcPts val="100"/>
              </a:spcAft>
              <a:buClr>
                <a:schemeClr val="tx1"/>
              </a:buClr>
              <a:buFont typeface="+mj-lt"/>
              <a:buNone/>
              <a:defRPr lang="en-US" sz="2400" b="1" kern="1200">
                <a:solidFill>
                  <a:schemeClr val="accent1"/>
                </a:solidFill>
                <a:latin typeface="+mn-lt"/>
                <a:ea typeface="+mn-ea"/>
                <a:cs typeface="+mn-cs"/>
              </a:defRPr>
            </a:lvl1pPr>
            <a:lvl2pPr marL="0" indent="0" algn="l" defTabSz="913302" rtl="0" eaLnBrk="1" latinLnBrk="0" hangingPunct="1">
              <a:lnSpc>
                <a:spcPct val="95000"/>
              </a:lnSpc>
              <a:spcBef>
                <a:spcPts val="100"/>
              </a:spcBef>
              <a:spcAft>
                <a:spcPts val="100"/>
              </a:spcAft>
              <a:buClr>
                <a:schemeClr val="tx1"/>
              </a:buClr>
              <a:buFont typeface="Arial" panose="020B0604020202020204" pitchFamily="34" charset="0"/>
              <a:buNone/>
              <a:defRPr lang="en-US" sz="1900" b="0" kern="1200">
                <a:solidFill>
                  <a:schemeClr val="tx1"/>
                </a:solidFill>
                <a:latin typeface="+mn-lt"/>
                <a:ea typeface="+mn-ea"/>
                <a:cs typeface="+mn-cs"/>
              </a:defRPr>
            </a:lvl2pPr>
            <a:lvl3pPr marL="542925" indent="-276225" algn="l" defTabSz="913302" rtl="0" eaLnBrk="1" latinLnBrk="0" hangingPunct="1">
              <a:lnSpc>
                <a:spcPct val="95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AU"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sz="2797" b="0" kern="120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sz="2797" b="0" kern="120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sz="2797" b="0" kern="1200">
                <a:solidFill>
                  <a:schemeClr val="tx1"/>
                </a:solidFill>
                <a:latin typeface="+mn-lt"/>
                <a:ea typeface="+mn-ea"/>
                <a:cs typeface="+mn-cs"/>
              </a:defRPr>
            </a:lvl9pPr>
          </a:lstStyle>
          <a:p>
            <a:r>
              <a:rPr lang="en-AU" sz="3000" dirty="0"/>
              <a:t>References</a:t>
            </a:r>
          </a:p>
        </p:txBody>
      </p:sp>
      <p:sp>
        <p:nvSpPr>
          <p:cNvPr id="74" name="Content Placeholder 124">
            <a:extLst>
              <a:ext uri="{FF2B5EF4-FFF2-40B4-BE49-F238E27FC236}">
                <a16:creationId xmlns:a16="http://schemas.microsoft.com/office/drawing/2014/main" id="{8FAA08F3-8CA2-4DBE-0C7B-E52F42868D18}"/>
              </a:ext>
            </a:extLst>
          </p:cNvPr>
          <p:cNvSpPr txBox="1">
            <a:spLocks/>
          </p:cNvSpPr>
          <p:nvPr/>
        </p:nvSpPr>
        <p:spPr>
          <a:xfrm>
            <a:off x="517435" y="26361901"/>
            <a:ext cx="19875970" cy="2050953"/>
          </a:xfrm>
          <a:prstGeom prst="rect">
            <a:avLst/>
          </a:prstGeom>
          <a:noFill/>
        </p:spPr>
        <p:txBody>
          <a:bodyPr vert="horz" lIns="0" tIns="126000" rIns="0" bIns="126000" numCol="3" rtlCol="0">
            <a:noAutofit/>
          </a:bodyPr>
          <a:lstStyle>
            <a:lvl1pPr marL="0" indent="0" algn="l" defTabSz="913302" rtl="0" eaLnBrk="1" latinLnBrk="0" hangingPunct="1">
              <a:lnSpc>
                <a:spcPct val="100000"/>
              </a:lnSpc>
              <a:spcBef>
                <a:spcPts val="100"/>
              </a:spcBef>
              <a:spcAft>
                <a:spcPts val="100"/>
              </a:spcAft>
              <a:buClr>
                <a:schemeClr val="tx1"/>
              </a:buClr>
              <a:buFont typeface="+mj-lt"/>
              <a:buNone/>
              <a:defRPr lang="en-US" sz="1900" b="0" kern="1200" dirty="0">
                <a:solidFill>
                  <a:schemeClr val="tx1"/>
                </a:solidFill>
                <a:latin typeface="+mn-lt"/>
                <a:ea typeface="+mn-ea"/>
                <a:cs typeface="+mn-cs"/>
              </a:defRPr>
            </a:lvl1pPr>
            <a:lvl2pPr marL="266700" indent="-266700" algn="l" defTabSz="913302" rtl="0" eaLnBrk="1" latinLnBrk="0" hangingPunct="1">
              <a:lnSpc>
                <a:spcPct val="100000"/>
              </a:lnSpc>
              <a:spcBef>
                <a:spcPts val="100"/>
              </a:spcBef>
              <a:spcAft>
                <a:spcPts val="100"/>
              </a:spcAft>
              <a:buClr>
                <a:schemeClr val="tx1"/>
              </a:buClr>
              <a:buFont typeface="Arial" panose="020B0604020202020204" pitchFamily="34" charset="0"/>
              <a:buChar char="•"/>
              <a:defRPr lang="en-US" sz="1900" b="0" kern="1200" dirty="0">
                <a:solidFill>
                  <a:schemeClr val="tx1"/>
                </a:solidFill>
                <a:latin typeface="+mn-lt"/>
                <a:ea typeface="+mn-ea"/>
                <a:cs typeface="+mn-cs"/>
              </a:defRPr>
            </a:lvl2pPr>
            <a:lvl3pPr marL="542925" indent="-276225" algn="l" defTabSz="913302" rtl="0" eaLnBrk="1" latinLnBrk="0" hangingPunct="1">
              <a:lnSpc>
                <a:spcPct val="100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US"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lang="en-US" sz="2797" b="0" kern="1200" dirty="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lang="en-US" sz="2797" b="0" kern="1200" dirty="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lang="en-US" sz="2797" b="0" kern="1200" dirty="0">
                <a:solidFill>
                  <a:schemeClr val="tx1"/>
                </a:solidFill>
                <a:latin typeface="+mn-lt"/>
                <a:ea typeface="+mn-ea"/>
                <a:cs typeface="+mn-cs"/>
              </a:defRPr>
            </a:lvl9pPr>
          </a:lstStyle>
          <a:p>
            <a:pPr marL="457200" indent="-457200">
              <a:buAutoNum type="arabicPeriod"/>
            </a:pPr>
            <a:r>
              <a:rPr lang="en-AU" sz="1700" dirty="0"/>
              <a:t>Blomberg, S.P., T. Garland Jr, and A.R. Ives, </a:t>
            </a:r>
            <a:r>
              <a:rPr lang="en-US" sz="1700" i="1" dirty="0"/>
              <a:t>TESTING FOR PHYLOGENETIC SIGNAL IN COMPARATIVE DATA: BEHAVIORAL TRAITS ARE MORE LABILE.</a:t>
            </a:r>
            <a:r>
              <a:rPr lang="en-US" sz="1700" dirty="0"/>
              <a:t> Evolution, 2003. </a:t>
            </a:r>
            <a:r>
              <a:rPr lang="en-US" sz="1700" b="1" dirty="0"/>
              <a:t>57</a:t>
            </a:r>
            <a:r>
              <a:rPr lang="en-US" sz="1700" dirty="0"/>
              <a:t>(4): p. 717-745.</a:t>
            </a:r>
          </a:p>
          <a:p>
            <a:pPr marL="457200" indent="-457200">
              <a:buAutoNum type="arabicPeriod"/>
            </a:pPr>
            <a:r>
              <a:rPr lang="en-US" sz="1700" dirty="0"/>
              <a:t>Blomberg, S.P., S.I. Rathnayake, and C.M. Moreau, </a:t>
            </a:r>
            <a:r>
              <a:rPr lang="en-US" sz="1700" i="1" dirty="0"/>
              <a:t>Beyond Brownian Motion and the Ornstein-</a:t>
            </a:r>
            <a:r>
              <a:rPr lang="en-US" sz="1700" i="1" dirty="0" err="1"/>
              <a:t>Uhlenbeck</a:t>
            </a:r>
            <a:r>
              <a:rPr lang="en-US" sz="1700" i="1" dirty="0"/>
              <a:t> Process: Stochastic Diffusion Models for the Evolution of Quantitative Characters.</a:t>
            </a:r>
            <a:r>
              <a:rPr lang="en-US" sz="1700" dirty="0"/>
              <a:t> The American naturalist, 2020. </a:t>
            </a:r>
            <a:r>
              <a:rPr lang="en-US" sz="1700" b="1" dirty="0"/>
              <a:t>195</a:t>
            </a:r>
            <a:r>
              <a:rPr lang="en-US" sz="1700" dirty="0"/>
              <a:t>(2): p. 145-165.</a:t>
            </a:r>
          </a:p>
          <a:p>
            <a:pPr marL="457200" indent="-457200">
              <a:buAutoNum type="arabicPeriod"/>
            </a:pPr>
            <a:r>
              <a:rPr lang="en-US" sz="1700" dirty="0"/>
              <a:t>Schauer, M., F. Van Der </a:t>
            </a:r>
            <a:r>
              <a:rPr lang="en-US" sz="1700" dirty="0" err="1"/>
              <a:t>Meulen</a:t>
            </a:r>
            <a:r>
              <a:rPr lang="en-US" sz="1700" dirty="0"/>
              <a:t>, and H. Van Zanten, </a:t>
            </a:r>
            <a:r>
              <a:rPr lang="en-US" sz="1700" i="1" dirty="0"/>
              <a:t>Guided proposals for simulating multi-dimensional	 diffusion bridges.</a:t>
            </a:r>
            <a:r>
              <a:rPr lang="en-US" sz="1700" dirty="0"/>
              <a:t> Bernoulli : official journal of the Bernoulli Society for Mathematical Statistics and Probability, 2017. </a:t>
            </a:r>
            <a:r>
              <a:rPr lang="en-US" sz="1700" b="1" dirty="0"/>
              <a:t>23</a:t>
            </a:r>
            <a:r>
              <a:rPr lang="en-US" sz="1700" dirty="0"/>
              <a:t>(4A): p. 2917-2950.</a:t>
            </a:r>
          </a:p>
          <a:p>
            <a:endParaRPr lang="en-US" sz="1700" dirty="0"/>
          </a:p>
          <a:p>
            <a:r>
              <a:rPr lang="en-US" sz="1700" dirty="0"/>
              <a:t>4.    Revell, L.J., </a:t>
            </a:r>
            <a:r>
              <a:rPr lang="en-US" sz="1700" i="1" dirty="0" err="1"/>
              <a:t>phytools</a:t>
            </a:r>
            <a:r>
              <a:rPr lang="en-US" sz="1700" i="1" dirty="0"/>
              <a:t> 2.0: an updated R ecosystem for phylogenetic comparative methods (and other 	things).</a:t>
            </a:r>
            <a:r>
              <a:rPr lang="es-ES" sz="1700" dirty="0"/>
              <a:t> </a:t>
            </a:r>
            <a:r>
              <a:rPr lang="es-ES" sz="1700" dirty="0" err="1"/>
              <a:t>PeerJ</a:t>
            </a:r>
            <a:r>
              <a:rPr lang="es-ES" sz="1700" dirty="0"/>
              <a:t> (San Francisco, CA), 2024. </a:t>
            </a:r>
            <a:r>
              <a:rPr lang="es-ES" sz="1700" b="1" dirty="0"/>
              <a:t>12</a:t>
            </a:r>
            <a:r>
              <a:rPr lang="es-ES" sz="1700" dirty="0"/>
              <a:t>: p. e16505.</a:t>
            </a:r>
          </a:p>
          <a:p>
            <a:endParaRPr lang="en-US" sz="1700" b="1" dirty="0"/>
          </a:p>
          <a:p>
            <a:r>
              <a:rPr lang="en-AU" sz="1700" dirty="0"/>
              <a:t> </a:t>
            </a:r>
          </a:p>
          <a:p>
            <a:r>
              <a:rPr lang="en-AU" sz="1700" dirty="0"/>
              <a:t>.</a:t>
            </a:r>
          </a:p>
        </p:txBody>
      </p:sp>
      <p:sp>
        <p:nvSpPr>
          <p:cNvPr id="75" name="TextBox 74">
            <a:extLst>
              <a:ext uri="{FF2B5EF4-FFF2-40B4-BE49-F238E27FC236}">
                <a16:creationId xmlns:a16="http://schemas.microsoft.com/office/drawing/2014/main" id="{D840F7BC-5772-0E9A-C569-2E5401D38654}"/>
              </a:ext>
            </a:extLst>
          </p:cNvPr>
          <p:cNvSpPr txBox="1"/>
          <p:nvPr/>
        </p:nvSpPr>
        <p:spPr>
          <a:xfrm rot="16200000">
            <a:off x="-1395580" y="15690062"/>
            <a:ext cx="3877598" cy="784830"/>
          </a:xfrm>
          <a:prstGeom prst="rect">
            <a:avLst/>
          </a:prstGeom>
          <a:noFill/>
        </p:spPr>
        <p:txBody>
          <a:bodyPr wrap="square" rtlCol="0">
            <a:spAutoFit/>
          </a:bodyPr>
          <a:lstStyle/>
          <a:p>
            <a:r>
              <a:rPr lang="en-AU" sz="4500" dirty="0"/>
              <a:t>Trait Value</a:t>
            </a:r>
          </a:p>
        </p:txBody>
      </p:sp>
      <p:sp>
        <p:nvSpPr>
          <p:cNvPr id="76" name="TextBox 75">
            <a:extLst>
              <a:ext uri="{FF2B5EF4-FFF2-40B4-BE49-F238E27FC236}">
                <a16:creationId xmlns:a16="http://schemas.microsoft.com/office/drawing/2014/main" id="{2DA5653E-06C0-3499-965D-48D3120A1E8D}"/>
              </a:ext>
            </a:extLst>
          </p:cNvPr>
          <p:cNvSpPr txBox="1"/>
          <p:nvPr/>
        </p:nvSpPr>
        <p:spPr>
          <a:xfrm rot="5400000">
            <a:off x="18223192" y="7717056"/>
            <a:ext cx="3877598" cy="784830"/>
          </a:xfrm>
          <a:prstGeom prst="rect">
            <a:avLst/>
          </a:prstGeom>
          <a:noFill/>
        </p:spPr>
        <p:txBody>
          <a:bodyPr wrap="square" rtlCol="0">
            <a:spAutoFit/>
          </a:bodyPr>
          <a:lstStyle/>
          <a:p>
            <a:r>
              <a:rPr lang="en-AU" sz="4500" dirty="0"/>
              <a:t>Trait Value</a:t>
            </a:r>
          </a:p>
        </p:txBody>
      </p:sp>
      <p:sp>
        <p:nvSpPr>
          <p:cNvPr id="77" name="TextBox 76">
            <a:extLst>
              <a:ext uri="{FF2B5EF4-FFF2-40B4-BE49-F238E27FC236}">
                <a16:creationId xmlns:a16="http://schemas.microsoft.com/office/drawing/2014/main" id="{BE3B0D7B-2333-482D-F134-DDD4E688D332}"/>
              </a:ext>
            </a:extLst>
          </p:cNvPr>
          <p:cNvSpPr txBox="1"/>
          <p:nvPr/>
        </p:nvSpPr>
        <p:spPr>
          <a:xfrm>
            <a:off x="12385898" y="10941306"/>
            <a:ext cx="3877598" cy="553998"/>
          </a:xfrm>
          <a:prstGeom prst="rect">
            <a:avLst/>
          </a:prstGeom>
          <a:noFill/>
        </p:spPr>
        <p:txBody>
          <a:bodyPr wrap="square" rtlCol="0">
            <a:spAutoFit/>
          </a:bodyPr>
          <a:lstStyle/>
          <a:p>
            <a:r>
              <a:rPr lang="en-AU" sz="3000" dirty="0"/>
              <a:t>Time</a:t>
            </a:r>
          </a:p>
        </p:txBody>
      </p:sp>
      <p:cxnSp>
        <p:nvCxnSpPr>
          <p:cNvPr id="79" name="Straight Arrow Connector 78">
            <a:extLst>
              <a:ext uri="{FF2B5EF4-FFF2-40B4-BE49-F238E27FC236}">
                <a16:creationId xmlns:a16="http://schemas.microsoft.com/office/drawing/2014/main" id="{9620C987-35F9-CE3B-F3E4-958870BD9EE4}"/>
              </a:ext>
            </a:extLst>
          </p:cNvPr>
          <p:cNvCxnSpPr>
            <a:cxnSpLocks/>
          </p:cNvCxnSpPr>
          <p:nvPr/>
        </p:nvCxnSpPr>
        <p:spPr>
          <a:xfrm>
            <a:off x="8654231" y="10898974"/>
            <a:ext cx="880633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4152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a:dk1>
        <a:sysClr val="windowText" lastClr="000000"/>
      </a:dk1>
      <a:lt1>
        <a:sysClr val="window" lastClr="FFFFFF"/>
      </a:lt1>
      <a:dk2>
        <a:srgbClr val="44546A"/>
      </a:dk2>
      <a:lt2>
        <a:srgbClr val="E7E6E6"/>
      </a:lt2>
      <a:accent1>
        <a:srgbClr val="51247A"/>
      </a:accent1>
      <a:accent2>
        <a:srgbClr val="E62645"/>
      </a:accent2>
      <a:accent3>
        <a:srgbClr val="00A2C7"/>
      </a:accent3>
      <a:accent4>
        <a:srgbClr val="EB602B"/>
      </a:accent4>
      <a:accent5>
        <a:srgbClr val="4085C6"/>
      </a:accent5>
      <a:accent6>
        <a:srgbClr val="2EA836"/>
      </a:accent6>
      <a:hlink>
        <a:srgbClr val="51247A"/>
      </a:hlink>
      <a:folHlink>
        <a:srgbClr val="51247A"/>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Q PowerPoint Template v4.potx" id="{EB40B91F-2F7C-4628-893D-3539496D6C6A}" vid="{691CE4A2-4C6F-4895-A94C-37E246F52C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UQ PowerPoint Template v4</Template>
  <TotalTime>2595</TotalTime>
  <Words>897</Words>
  <Application>Microsoft Office PowerPoint</Application>
  <PresentationFormat>Custom</PresentationFormat>
  <Paragraphs>43</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Rounded MT</vt:lpstr>
      <vt:lpstr>Calibri</vt:lpstr>
      <vt:lpstr>Cambria Math</vt:lpstr>
      <vt:lpstr>Tahoma</vt:lpstr>
      <vt:lpstr>Wingdings</vt:lpstr>
      <vt:lpstr>University of Queensland</vt:lpstr>
      <vt:lpstr>We’ll Cross That Bridge When We Get There: Ancestral Trait Reconstruction with Monte Carlo Diffusion Bridge Sampling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Rebekah</dc:creator>
  <cp:lastModifiedBy>Rowan Elson-Green</cp:lastModifiedBy>
  <cp:revision>60</cp:revision>
  <dcterms:created xsi:type="dcterms:W3CDTF">2018-09-28T01:38:30Z</dcterms:created>
  <dcterms:modified xsi:type="dcterms:W3CDTF">2025-10-30T22:25:06Z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2022-11-18T06:00:02Z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f366c9d9-b230-4071-b46c-f0c1f17f02e0</vt:lpwstr>
  </property>
  <property fmtid="{D5CDD505-2E9C-101B-9397-08002B2CF9AE}" pid="8" name="MSIP_Label_0f488380-630a-4f55-a077-a19445e3f360_ContentBits">
    <vt:lpwstr>0</vt:lpwstr>
  </property>
</Properties>
</file>